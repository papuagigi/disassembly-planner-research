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embeddedFontLst>
    <p:embeddedFont>
      <p:font typeface="JetBrains Mono" panose="02000009000000000000" pitchFamily="49" charset="0"/>
      <p:regular r:id="rId22"/>
      <p:bold r:id="rId23"/>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2" Type="http://schemas.openxmlformats.org/officeDocument/2006/relationships/font" Target="fonts/font1.fntdata"/><Relationship Id="rId23"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이 발표는 LLM이 CAD 조립체의 분해 순서를 계획할 때, 실패에서 배운 해결 절차를 SKILL.md라는 문서로 저장하고 다음 분해에 재사용하면 더 잘하게 되는지를 다룹니다. 모델의 가중치는 바꾸지 않고, 사람이 읽을 수 있는 문서만으로 경험을 쌓는 방식입니다. 아래 그림은 평가에 쓴, 한 번도 쓰지 않았던 ASAP CAD 네 개를 시뮬레이션 시작 상태로 그린 것입니다.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연구 동기는 두 선행 연구의 한계에서 출발합니다. ASAP은 물리 시뮬레이션으로 각 단계의 안정성을 확인하면서 조립 순서를 트리 탐색으로 찾는 방법입니다. 논문은 실패 사례 세 가지를 밝혔습니다. 탐색을 끝까지 해도 가능한 순서가 없는 경우가 50%, 접촉이 복잡해 물리 평가가 느린 경우가 45%, 선후 제약이 엄격해 제한된 예산 안에 해를 못 찾는 경우가 5%입니다. ASPIRE는 로봇 제어 코드를 디버깅한 경험을 스킬 라이브러리로 쌓아 재사용하는 방법인데, 스스로 밝힌 한계로 Claude Opus 4.6 같은 frontier LLM에 의존하며 더 작거나 약한 모델에서도 같은 학습 루프가 유지되는지 검증하지 않았다고 했습니다. 또 라이브러리가 커지면 오래되거나 너무 구체적인 항목이 새 작업을 오도할 수 있고, 호출과 시뮬레이션 비용이 크다고 했습니다. 그래서 이 연구는, 더 약한 LLM 설정에서도 분해 실패에서 배운 절차를 SKILL.md로 남기면 제한된 예산 안의 분해 계획이 나아지는지를 묻습니다.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목표는 실제 분해 실패에서 배운 해결 절차를 SKILL.md로 저장하고, 같은 조립체나 다른 조립체를 다시 분해할 때 그 경험으로 더 잘하는 planner를 만드는 것입니다. 모델 가중치는 바꾸지 않고 SKILL.md만 쌓으며, 평가 모델은 frontier 최상위가 아닌 gpt-6-luna를 reasoning low로 씁니다. 용어는 세 가지만 씁니다. SKILL.md는 LLM이 읽는 절차 파일의 형식입니다. 범용 SKILL.md는 여러 개발 조립체의 실패 기록에서 만든 것으로, 처음 보는 조립체에 씁니다. 이 발표는 이번에 새로 만든 최신 버전 S5를 기준으로 설명하고, 이전 버전 S3는 비교용으로만 보여드립니다. 조립체별 SKILL.md는 한 조립체의 1차 시도 기록에서 만든 그 조립체 전용 SKILL.md로, 같은 조립체를 다시 분해할 때 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오른쪽 그림은 평가에 쓴 CAD 02260입니다. 부품 열한 개 중 하나가 바닥에 고정되어 있고, 나머지 열 개를 모두 빼면 성공입니다. Disassembly planner는 CAD 조립체를 입력으로 받아 어떤 부품을 어느 방향으로 어떤 순서로 뺄지 정합니다. 행동은 부품 하나와 여섯 개 방향 라벨 중 하나입니다. 행동마다 두 단계로 판정합니다. 먼저 원본 메시로 빼는 경로가 다른 부품과 겹치는지 보고, 통과하면 남은 부품을 MuJoCo로 1.5초 시뮬레이션해서 무너지지 않는지 확인합니다. 어려운 점은 막힘이 상태에 따라 바뀐다는 것, 그리고 검사가 비싸다는 것입니다. 충돌로 거절되는 검사는 중앙값 2초, 불안정 판정은 약 20초가 걸리고, 에피소드당 검사 240회와 900초라는 예산이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 C 세 구조를 둔 이유는 두 가지 효과를 따로 재기 위해서입니다. A는 SKILL.md 없이 LLM이 Python 탐색 코드를 직접 쓰는 기준선입니다. B는 같은 방식이지만 SKILL.md를 먼저 읽고 코드에 반영합니다. C는 탐색 자체를 host의 고정 깊이 우선 탐색이 맡고, LLM은 후보 동작의 순위만 정하며, SKILL.md는 그 순위 판단에 참고합니다. 그래서 A와 B를 비교하면 SKILL.md의 효과를, B와 C를 비교하면 LLM에게 탐색까지 맡길 때와 순위 판단만 맡길 때의 차이, 즉 역할 분담의 효과를 볼 수 있습니다. 세 구조 모두 같은 모델, 같은 API, 같은 예산을 쓰므로 설계상 다른 점은 이 두 가지뿐입니다. 다만 같은 조건에서도 결과가 흔들리기 때문에, 작은 차이는 조심해서 해석해야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범용 SKILL.md는 이렇게 만듭니다. 먼저 개발 CAD 다섯 개에서 나온 모든 질의를 실제 world 방향 기준으로 집계합니다. 그다음 평가 모델과 같은 gpt-6-luna가 이 근거를 인용해 SKILL.md를 씁니다. 마지막으로 SKILL.md 안의 참조 코드를 모델 없이 실제 물리에서 실행해서, 다섯 개 중 네 개를 완전 분해하는 것을 확인한 뒤 채택했습니다. 왼쪽 표는 근거와 규칙의 대응입니다. 아래 방향은 546번 시도해 한 번도 성공하지 못했고, 첫 성공 계열은 23.6퍼센트, 다른 계열은 11.2퍼센트 수용됐으며, 불안정 판정은 충돌 거절보다 약 아홉 배 오래 걸렸습니다. 오른쪽은 실제 S5 파일의 일부입니다. 이름과 설명, 절차, 그리고 참조 코드가 같은 파일 안에 들어 있습니다. 참조 코드의 마지막 줄은 원문에서 두 줄로 나뉜 것을 한 줄로 줄였습니다.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조립체별 SKILL.md는 한 조립체의 1차 시도 기록으로 만듭니다. A, 그리고 S5를 쓴 B와 C가 그 조립체를 처음 분해한 기록을 모으고, gpt-6-luna가 그 세 기록만 읽고 어떤 부품이 처음에 막혔는지, 어디서 검사가 낭비됐는지, 다음에는 어떻게 할지를 씁니다. 그다음 host가 기록 중 가장 완전한 경로, 즉 성공한 시도 중 검사가 가장 적은 경로를, 성공이 없으면 가장 멀리 간 부분 경로를 원본 기록에서 그대로 복사해 붙입니다. 사용할 때는 같은 조립체의 조립체별 SKILL.md가 있으면 기록된 순서를 먼저 시도합니다. 오른쪽은 평가 CAD 03937의 실제 파일입니다. 1차에서 검사 19번으로 가장 효율적이었던 B의 경로가 붙었고, 각 라벨의 실제 방향도 적혀 있습니다. 참고로 모델이 쓴 설명 부분에는 방향 벡터를 스스로 두 번 정정하는 혼동이 남아 있었고, 기록된 순서는 host가 원본 기록에서 복사한 것입니다.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실험 조건입니다. 세 구조 모두 같은 모델 gpt-6-luna를 쓰고, 에피소드마다 모델 호출 8회, 물리 검사 240회, 900초라는 같은 예산을 받습니다. 개발용 CAD는 범용 SKILL.md를 쓰는 데 쓰는 다섯 개와, 승인 여부를 판정하는 네 개로 나눴습니다. 평가용 CAD는 이전에 한 번도 쓰지 않은 공식 ASAP 제품 네 개로, 고정된 순서로 후보 92개를 심사해서 이 물리 모델에서 완전 분해가 가능한 첫 네 개를 골랐습니다. 평가는 CAD마다 1차 시도 다섯 번, 그 기록으로 조립체별 SKILL.md 두 개, 2차 시도 아홉 번으로 열네 번씩, 모두 56 에피소드입니다. 실행 전에 규칙을 고정하고, 재실행 없이 결과를 모두 보고하며, 기록을 다시 재생해 80개 에피소드 모두 같은 결과가 나오는지 확인했습니다. 한 가지 밝혀 둘 점은, 최신 범용 SKILL.md S5가 개발 검증에서 승인되지 않아 미리 정한 규칙상 평가의 주 분석은 이전 버전 S3였다는 것입니다. 이 발표는 최신 버전인 S5를 기준으로 결과를 보여드리고, S3 결과도 함께 표시합니다.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첫 번째 결과는 같은 조립체를 다시 분해할 때입니다. 표는 최신 S5 분기를 같은 CAD의 1차와 2차로 나란히 놓은 것입니다. SKILL.md가 없는 A는 2차에도 결과가 들쭉날쭉해서, 05879는 17회에서 50회로 늘고 03937은 54회에서 9회로 줄었으며 02260은 두 번 다 시간 초과였습니다. 반면 1차 기록으로 만든 조립체별 SKILL.md를 받은 B와 C는 네 CAD 모두 2차에서 검사 수가 제거할 부품 수와 정확히 같았습니다. 즉 한 번도 틀리지 않고 바로 분해했습니다. 이전 버전 S3 분기에서도 B와 C를 두 번씩 돌려 16번 모두 성공했고 15번이 최소 검사였습니다. 그래서 조립체별 SKILL.md를 쓴 2차 시도는 모두 24번 성공했습니다. 조립체별 SKILL.md가 없는 2차 시도는 12번 중 9번 성공이었습니다. 다만 이 결과를 정직하게 읽어야 합니다. 조립체별 SKILL.md에는 1차에서 검증된 제거 순서가 그대로 붙어 있으므로, 2차 성공의 주된 원인은 그 기록을 다시 쓴 것입니다. LLM 없이 경로만 재생하는 대조는 하지 않았습니다. 그래서 이 결과가 말하는 것은, 검증된 경로를 SKILL.md로 남기면 LLM planner가 그것을 그대로 따라 같은 제품을 실패 없이 다시 분해한다는 것이고, 의미는 같은 제품이 반복해서 들어오는 현장에서의 신뢰성과 실패 시도 감소에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번째 결과는 처음 보는 조립체입니다. 최신 범용 SKILL.md S5를 쓴 C는 네 CAD를 모두 1차에 분해했고, SKILL.md가 없는 A와 S5를 쓴 B는 넷 중 셋이었습니다. A와 B가 실패한 곳은 가장 느린 02260으로, 900초 동안 열 개 중 세 개만 뺐습니다. 회색 두 줄은 이전 버전 S3의 결과입니다. 성공 수는 S5와 같고, 검사 수는 CAD마다 S5가 적기도 하고 많기도 해서, 네 CAD로는 어느 버전이 낫다고 말할 수 없습니다. S3를 쓴 B는 02991에서 생성 코드가 런타임 규칙에 걸려 검사를 한 번도 못 했습니다. 정리하면, 처음 보는 조립체에서 범용 SKILL.md의 효과는 조립체별 SKILL.md만큼 분명하지 않았고, 가장 안정적이었던 C는 토큰을 A의 4~5배 썼습니다.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번째 결과는 최신 범용 SKILL.md인 S5를 평가에 쓰기 전에 승인할지 판정한 개발 검증입니다. 불승인됐기 때문에 미리 정한 규칙상 평가의 주 분석은 이전 버전 S3였고, 앞의 결과에서 S3를 함께 보여드린 이유가 이것입니다. 세 조건은 앞에서 본 구조 그대로입니다. A는 SKILL.md 없이 LLM이 탐색 코드를 쓰고, B는 S5를 읽고 탐색 코드를 쓰고, C는 S5를 참고해 LLM은 순위만 정하고 탐색은 고정 DFS가 합니다. 여기서 검사 수는 완전 분해까지 시도한 제거 동작, 즉 물리 판정 횟수이고, 중앙값은 성공한 에피소드만으로 계산했습니다. S5 작성에 쓰지 않은 개발 CAD 네 개에서 조건마다 두 번씩 돌렸습니다. 미리 정한 규칙은 B와 C 모두 A 이상이고 하나는 A보다 나아야 승인인데, B는 8번 중 6번 성공했고 C는 성공률은 같지만 검사 수 중앙값이 한 번 많아서 불승인됐습니다. B가 실패한 03674는 부품 0을 먼저 옆으로 빼야 나머지가 위로 빠지는 조립체입니다. C는 그렇게 해서 12번 검사로 끝냈지만, B는 S5의 축 집중 규칙대로 위로 빠지는 부품부터 뺐고, 부품 0이 갇힌 뒤 같은 제거와 복원을 반복하다 예산을 다 썼습니다.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이번 결과에서 알 수 있는 점은 네 가지입니다. 첫째, 검증된 제거 순서를 조립체별 SKILL.md로 남기면 같은 조립체는 다시 분해할 때 그대로 재현됐습니다. reasoning low 설정의 gpt-6-luna에서 24번 모두 성공했고, 주된 원인은 기록된 순서의 재사용입니다. 모델 크기를 바꿔 비교하지는 않았으므로 이 모델 설정에서의 결과입니다. 둘째, 처음 보는 조립체에 쓰는 범용 SKILL.md는 고정된 규칙이 아니라, 가정이 맞는지 먼저 확인하는 조건부 형태여야 합니다. 셋째, 탐색은 고정 알고리즘이 맡고 LLM은 순위 판단만 하는 C 구조가 S5와 S3 어느 쪽에서도 처음 보는 조립체 네 개를 모두 분해했습니다. 다만 A와 B보다 CAD 하나를 더 푼 차이라 크다고 말하기는 어렵고, 토큰 비용이 큽니다. 넷째, 미리 규칙을 고정하고, 재실행하지 않고, 기록을 재생해 확인하는 장치 덕분에 결과를 원하는 쪽으로 맞추지 않았습니다. 승인되지 않은 S5도 결과 그대로 보고했습니다.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결과를 산업 현장의 비용으로 보면 이렇습니다. 같은 제품을 두 번째로 분해할 때, 조립체별 SKILL.md가 없으면 B는 평균 18번, C는 약 44번의 실패한 제거 시도를 했고, 각각 네 번 중 한 번은 15분 안에 끝내지 못했습니다. 조립체별 SKILL.md가 있으면 실패한 시도는 거의 0이고, 평균 시간은 137초로 줄었으며, 24번 모두 성공했습니다. 이 SKILL.md를 만드는 데 드는 비용은 모델 호출 한 번, 약 1.6만 토큰이고 물리 시도는 들지 않습니다. 재료인 1차 기록은 원래 하던 분해에서 나옵니다. 그래서 실패 시도와 시간은 첫 재방문부터 이득이고, 토큰은 C는 회당 약 3.1만이 줄어 첫 재방문에 회수되지만 B는 거의 같습니다. 반복 입고 제품이 많은 재제조나 정비 라인이 가장 직접적인 적용처이고, SKILL.md는 사람이 검수할 수 있는 파일이라는 장점도 있습니다. 다만 현장 적용은 실험으로 검증하지 않은 제안이고, 모델 단가를 확인하지 못해 금액으로는 환산하지 않았습니다.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한계도 분명합니다. 물리는 여섯 방향 직선 제거만 다루고, 로봇이나 그리퍼, 힘 기반 분해는 포함하지 않습니다. 이 물리 모델에서 완전 분해가 가능한 새 CAD가 드물어서, 후보 92개 중 4개만 평가에 쓸 수 있었고 표본이 작습니다. 새 범용 SKILL.md S5는 개발 검증을 통과하지 못했고, 고정 규칙의 예외를 놓쳤습니다. 또 같은 조립체 2차 시도의 성공이 LLM 없이 기록된 경로만 재생해도 나오는지는 확인하지 않았습니다. 모든 평가 CAD에 1차 성공이 있었기 때문에, 실패 기록만으로 만든 조립체별 SKILL.md의 효과는 시험하지 못했습니다. 모델은 gpt-6-luna 하나만 썼고 모델 크기를 바꿔 비교하지 않았으므로, ASPIRE가 남긴 약한 모델에 대한 질문에는 부분적으로만 답합니다. 느린 CAD에서는 시간 예산이 결과를 좌우했습니다. 또 B는 LLM이 쓴 탐색 코드가 런타임에 거부되거나, 같은 제거와 복원을 반복하는 루프에 빠져 실패하기도 했습니다. 마지막으로 SKILL.md가 없는 A조차 같은 CAD에서 검사 9회에서 54회까지 흔들렸기 때문에, 조건 간 작은 차이는 조심해서 해석해야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결론입니다. 처음에 ASPIRE가 남긴 질문, 즉 frontier 모델이 아닌 설정에서도 경험을 저장하고 재사용하는 방식이 통하는가에 대해, reasoning low 설정의 gpt-6-luna에서 조립체별 SKILL.md에 기록된 순서로 같은 조립체는 최소 시도로 분해할 수 있었습니다. 새 CAD 네 개에서 24번 모두 성공했고, 주된 원인은 검증된 순서의 재사용입니다. 모델 크기 비교는 하지 않았습니다. 반면 처음 보는 조립체로의 일반화는 아직 약하고, 고정 규칙보다 가정을 먼저 확인하는 조건부 범용 SKILL.md와 사전 검증이 필요합니다. 다음 단계는 세 가지입니다. 실패 기록만으로 만든 조립체별 SKILL.md가 도움이 되는지 확인하고, 예외 조건을 갖춘 범용 SKILL.md와 더 강한 규칙 검사를 만들고, 더 많은 CAD와 반복, 그리고 모델 크기 비교로 통계적으로 검증하는 것입니다.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5F1"/>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20"/>
            <a:ext cx="10566400" cy="467320"/>
          </a:xfrm>
          <a:prstGeom prst="rect">
            <a:avLst/>
          </a:prstGeom>
          <a:noFill/>
          <a:ln/>
        </p:spPr>
        <p:txBody>
          <a:bodyPr wrap="square" lIns="0" tIns="0" rIns="0" bIns="0" rtlCol="0" anchor="t"/>
          <a:lstStyle>
            <a:lvl1pPr algn="l" indent="0" marL="0">
              <a:lnSpc>
                <a:spcPct val="115000"/>
              </a:lnSpc>
              <a:buNone/>
              <a:defRPr lang="en-US" sz="3200" dirty="0">
                <a:solidFill>
                  <a:srgbClr val="1C2430"/>
                </a:solidFill>
                <a:latin typeface="IBM Plex Sans KR" pitchFamily="34" charset="0"/>
                <a:ea typeface="IBM Plex Sans KR" pitchFamily="34" charset="-122"/>
                <a:cs typeface="IBM Plex Sans KR"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74441"/>
            <a:ext cx="10566400" cy="4170759"/>
          </a:xfrm>
          <a:prstGeom prst="rect">
            <a:avLst/>
          </a:prstGeom>
          <a:noFill/>
          <a:ln/>
        </p:spPr>
        <p:txBody>
          <a:bodyPr wrap="square" lIns="0" tIns="0" rIns="0" bIns="0" rtlCol="0" anchor="t"/>
          <a:lstStyle>
            <a:lvl1pPr algn="l" indent="0" marL="0">
              <a:lnSpc>
                <a:spcPct val="140000"/>
              </a:lnSpc>
              <a:buNone/>
              <a:defRPr lang="en-US" sz="1600" dirty="0">
                <a:solidFill>
                  <a:srgbClr val="1C2430"/>
                </a:solidFill>
                <a:latin typeface="IBM Plex Sans KR" pitchFamily="34" charset="0"/>
                <a:ea typeface="IBM Plex Sans KR" pitchFamily="34" charset="-122"/>
                <a:cs typeface="IBM Plex Sans KR"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5F1"/>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20"/>
            <a:ext cx="10566400" cy="467320"/>
          </a:xfrm>
          <a:prstGeom prst="rect">
            <a:avLst/>
          </a:prstGeom>
          <a:noFill/>
          <a:ln/>
        </p:spPr>
        <p:txBody>
          <a:bodyPr wrap="square" lIns="0" tIns="0" rIns="0" bIns="0" rtlCol="0" anchor="t"/>
          <a:lstStyle>
            <a:lvl1pPr algn="l" indent="0" marL="0">
              <a:lnSpc>
                <a:spcPct val="115000"/>
              </a:lnSpc>
              <a:buNone/>
              <a:defRPr lang="en-US" sz="3200" dirty="0">
                <a:solidFill>
                  <a:srgbClr val="1C2430"/>
                </a:solidFill>
                <a:latin typeface="IBM Plex Sans KR" pitchFamily="34" charset="0"/>
                <a:ea typeface="IBM Plex Sans KR" pitchFamily="34" charset="-122"/>
                <a:cs typeface="IBM Plex Sans KR"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74441"/>
            <a:ext cx="10566400" cy="4170759"/>
          </a:xfrm>
          <a:prstGeom prst="rect">
            <a:avLst/>
          </a:prstGeom>
          <a:noFill/>
          <a:ln/>
        </p:spPr>
        <p:txBody>
          <a:bodyPr wrap="square" lIns="0" tIns="0" rIns="0" bIns="0" rtlCol="0" anchor="t"/>
          <a:lstStyle>
            <a:lvl1pPr algn="l" indent="0" marL="0">
              <a:lnSpc>
                <a:spcPct val="140000"/>
              </a:lnSpc>
              <a:buNone/>
              <a:defRPr lang="en-US" sz="1600" dirty="0">
                <a:solidFill>
                  <a:srgbClr val="1C2430"/>
                </a:solidFill>
                <a:latin typeface="IBM Plex Sans KR" pitchFamily="34" charset="0"/>
                <a:ea typeface="IBM Plex Sans KR" pitchFamily="34" charset="-122"/>
                <a:cs typeface="IBM Plex Sans KR"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2.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2.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2430"/>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E9A54A"/>
                </a:solidFill>
                <a:latin typeface="IBM Plex Sans KR" pitchFamily="34" charset="0"/>
                <a:ea typeface="IBM Plex Sans KR" pitchFamily="34" charset="-122"/>
                <a:cs typeface="IBM Plex Sans KR" pitchFamily="34" charset="-120"/>
              </a:rPr>
              <a:t>제22회 한국대학생 산업공학 프로젝트경진대회</a:t>
            </a:r>
            <a:endParaRPr lang="en-US" sz="1400" dirty="0"/>
          </a:p>
        </p:txBody>
      </p:sp>
      <p:sp>
        <p:nvSpPr>
          <p:cNvPr id="3" name="Text 1"/>
          <p:cNvSpPr/>
          <p:nvPr>
            <p:ph type="title"/>
          </p:nvPr>
        </p:nvSpPr>
        <p:spPr>
          <a:xfrm>
            <a:off x="853901" y="1905000"/>
            <a:ext cx="10798723" cy="1310580"/>
          </a:xfrm>
          <a:prstGeom prst="rect">
            <a:avLst/>
          </a:prstGeom>
          <a:noFill/>
          <a:ln/>
        </p:spPr>
        <p:txBody>
          <a:bodyPr wrap="square" lIns="0" tIns="0" rIns="0" bIns="0" rtlCol="0" anchor="t">
            <a:normAutofit/>
          </a:bodyPr>
          <a:lstStyle/>
          <a:p>
            <a:pPr algn="l" indent="0" marL="0">
              <a:lnSpc>
                <a:spcPts val="5060"/>
              </a:lnSpc>
              <a:buNone/>
            </a:pPr>
            <a:r>
              <a:rPr lang="en-US" sz="4400" b="1" i="0" dirty="0">
                <a:solidFill>
                  <a:srgbClr val="F2EFE8"/>
                </a:solidFill>
                <a:latin typeface="IBM Plex Sans KR" pitchFamily="34" charset="0"/>
                <a:ea typeface="IBM Plex Sans KR" pitchFamily="34" charset="-122"/>
                <a:cs typeface="IBM Plex Sans KR" pitchFamily="34" charset="-120"/>
              </a:rPr>
              <a:t>SKILL.md와 Procedural Memory를 통한</a:t>
            </a:r>
            <a:endParaRPr lang="en-US" sz="4400" dirty="0"/>
          </a:p>
          <a:p>
            <a:pPr algn="l" indent="0" marL="0">
              <a:lnSpc>
                <a:spcPts val="5060"/>
              </a:lnSpc>
              <a:buNone/>
            </a:pPr>
            <a:r>
              <a:rPr lang="en-US" sz="4400" b="1" i="0" dirty="0">
                <a:solidFill>
                  <a:srgbClr val="F2EFE8"/>
                </a:solidFill>
                <a:latin typeface="IBM Plex Sans KR" pitchFamily="34" charset="0"/>
                <a:ea typeface="IBM Plex Sans KR" pitchFamily="34" charset="-122"/>
                <a:cs typeface="IBM Plex Sans KR" pitchFamily="34" charset="-120"/>
              </a:rPr>
              <a:t>LLM 기반 Disassembly Planner</a:t>
            </a:r>
            <a:endParaRPr lang="en-US" sz="4400" dirty="0"/>
          </a:p>
        </p:txBody>
      </p:sp>
      <p:pic>
        <p:nvPicPr>
          <p:cNvPr id="4" name="Image 0" descr="평가에 쓴 새 ASAP CAD 4개: 02260, 02991, 05879, 03937">    </p:cNvPr>
          <p:cNvPicPr>
            <a:picLocks noChangeAspect="1"/>
          </p:cNvPicPr>
          <p:nvPr/>
        </p:nvPicPr>
        <p:blipFill>
          <a:blip r:embed="rId1"/>
          <a:srcRect l="0" r="0" t="-58" b="-58"/>
          <a:stretch/>
        </p:blipFill>
        <p:spPr>
          <a:xfrm>
            <a:off x="812800" y="3746500"/>
            <a:ext cx="10566400" cy="15811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5A12"/>
                </a:solidFill>
                <a:latin typeface="IBM Plex Sans KR" pitchFamily="34" charset="0"/>
                <a:ea typeface="IBM Plex Sans KR" pitchFamily="34" charset="-122"/>
                <a:cs typeface="IBM Plex Sans KR" pitchFamily="34" charset="-120"/>
              </a:rPr>
              <a:t>1 · 연구 동기</a:t>
            </a:r>
            <a:endParaRPr lang="en-US" sz="1200" dirty="0"/>
          </a:p>
        </p:txBody>
      </p:sp>
      <p:sp>
        <p:nvSpPr>
          <p:cNvPr id="3" name="Text 1"/>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C2430"/>
                </a:solidFill>
                <a:latin typeface="IBM Plex Sans KR" pitchFamily="34" charset="0"/>
                <a:ea typeface="IBM Plex Sans KR" pitchFamily="34" charset="-122"/>
                <a:cs typeface="IBM Plex Sans KR" pitchFamily="34" charset="-120"/>
              </a:rPr>
              <a:t>선행 연구가 남긴 질문</a:t>
            </a:r>
            <a:endParaRPr lang="en-US" sz="3200" dirty="0"/>
          </a:p>
        </p:txBody>
      </p:sp>
      <p:sp>
        <p:nvSpPr>
          <p:cNvPr id="4" name="Shape 2"/>
          <p:cNvSpPr/>
          <p:nvPr/>
        </p:nvSpPr>
        <p:spPr>
          <a:xfrm>
            <a:off x="815975" y="1801416"/>
            <a:ext cx="5162550" cy="3176984"/>
          </a:xfrm>
          <a:prstGeom prst="roundRect">
            <a:avLst>
              <a:gd name="adj" fmla="val 3898"/>
            </a:avLst>
          </a:prstGeom>
          <a:solidFill>
            <a:srgbClr val="FFFEFB"/>
          </a:solidFill>
          <a:ln w="6350">
            <a:solidFill>
              <a:srgbClr val="DCD8CF"/>
            </a:solidFill>
            <a:prstDash val="solid"/>
          </a:ln>
        </p:spPr>
      </p:sp>
      <p:sp>
        <p:nvSpPr>
          <p:cNvPr id="5" name="Text 3"/>
          <p:cNvSpPr/>
          <p:nvPr/>
        </p:nvSpPr>
        <p:spPr>
          <a:xfrm>
            <a:off x="1047750" y="1995091"/>
            <a:ext cx="483997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6E9A"/>
                </a:solidFill>
                <a:latin typeface="IBM Plex Sans KR" pitchFamily="34" charset="0"/>
                <a:ea typeface="IBM Plex Sans KR" pitchFamily="34" charset="-122"/>
                <a:cs typeface="IBM Plex Sans KR" pitchFamily="34" charset="-120"/>
              </a:rPr>
              <a:t>ASAP · Tian et al.</a:t>
            </a:r>
            <a:endParaRPr lang="en-US" sz="1200" dirty="0"/>
          </a:p>
        </p:txBody>
      </p:sp>
      <p:sp>
        <p:nvSpPr>
          <p:cNvPr id="6" name="Text 4"/>
          <p:cNvSpPr/>
          <p:nvPr/>
        </p:nvSpPr>
        <p:spPr>
          <a:xfrm>
            <a:off x="1047750" y="2297311"/>
            <a:ext cx="4839970"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C2430"/>
                </a:solidFill>
                <a:latin typeface="IBM Plex Sans KR" pitchFamily="34" charset="0"/>
                <a:ea typeface="IBM Plex Sans KR" pitchFamily="34" charset="-122"/>
                <a:cs typeface="IBM Plex Sans KR" pitchFamily="34" charset="-120"/>
              </a:rPr>
              <a:t>물리적으로 가능한 조립 순서를 트리 탐색으로 찾는다</a:t>
            </a:r>
            <a:endParaRPr lang="en-US" sz="1500" dirty="0"/>
          </a:p>
        </p:txBody>
      </p:sp>
      <p:sp>
        <p:nvSpPr>
          <p:cNvPr id="7" name="Text 5"/>
          <p:cNvSpPr/>
          <p:nvPr/>
        </p:nvSpPr>
        <p:spPr>
          <a:xfrm>
            <a:off x="1047750" y="2624336"/>
            <a:ext cx="483997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5A12"/>
                </a:solidFill>
                <a:latin typeface="IBM Plex Sans KR" pitchFamily="34" charset="0"/>
                <a:ea typeface="IBM Plex Sans KR" pitchFamily="34" charset="-122"/>
                <a:cs typeface="IBM Plex Sans KR" pitchFamily="34" charset="-120"/>
              </a:rPr>
              <a:t>논문이 밝힌 실패 사례 (§VI)</a:t>
            </a:r>
            <a:endParaRPr lang="en-US" sz="1200" dirty="0"/>
          </a:p>
        </p:txBody>
      </p:sp>
      <p:sp>
        <p:nvSpPr>
          <p:cNvPr id="8" name="Text 6"/>
          <p:cNvSpPr/>
          <p:nvPr/>
        </p:nvSpPr>
        <p:spPr>
          <a:xfrm>
            <a:off x="1140206" y="2926556"/>
            <a:ext cx="4739894" cy="688280"/>
          </a:xfrm>
          <a:prstGeom prst="rect">
            <a:avLst/>
          </a:prstGeom>
          <a:noFill/>
          <a:ln/>
        </p:spPr>
        <p:txBody>
          <a:bodyPr wrap="square" lIns="0" tIns="0" rIns="0" bIns="0" rtlCol="0" anchor="t">
            <a:normAutofit/>
          </a:bodyPr>
          <a:lstStyle/>
          <a:p>
            <a:pPr algn="l" marL="161544" indent="-161544">
              <a:lnSpc>
                <a:spcPts val="1740"/>
              </a:lnSpc>
              <a:buSzPct val="100000"/>
              <a:buChar char="•"/>
            </a:pPr>
            <a:r>
              <a:rPr lang="en-US" sz="1200" dirty="0">
                <a:solidFill>
                  <a:srgbClr val="3E4A57"/>
                </a:solidFill>
                <a:latin typeface="IBM Plex Sans KR" pitchFamily="34" charset="0"/>
                <a:ea typeface="IBM Plex Sans KR" pitchFamily="34" charset="-122"/>
                <a:cs typeface="IBM Plex Sans KR" pitchFamily="34" charset="-120"/>
              </a:rPr>
              <a:t>탐색을 끝까지 해도 가능한 순서가 없음 (50%)</a:t>
            </a:r>
            <a:endParaRPr lang="en-US" sz="1200" dirty="0"/>
          </a:p>
          <a:p>
            <a:pPr algn="l" marL="161544" indent="-161544">
              <a:lnSpc>
                <a:spcPts val="1740"/>
              </a:lnSpc>
              <a:buSzPct val="100000"/>
              <a:buChar char="•"/>
            </a:pPr>
            <a:r>
              <a:rPr lang="en-US" sz="1200" dirty="0">
                <a:solidFill>
                  <a:srgbClr val="3E4A57"/>
                </a:solidFill>
                <a:latin typeface="IBM Plex Sans KR" pitchFamily="34" charset="0"/>
                <a:ea typeface="IBM Plex Sans KR" pitchFamily="34" charset="-122"/>
                <a:cs typeface="IBM Plex Sans KR" pitchFamily="34" charset="-120"/>
              </a:rPr>
              <a:t>접촉이 복잡하면 물리 평가가 느림 (45%)</a:t>
            </a:r>
            <a:endParaRPr lang="en-US" sz="1200" dirty="0"/>
          </a:p>
          <a:p>
            <a:pPr algn="l" marL="161544" indent="-161544">
              <a:lnSpc>
                <a:spcPts val="1740"/>
              </a:lnSpc>
              <a:buSzPct val="100000"/>
              <a:buChar char="•"/>
            </a:pPr>
            <a:r>
              <a:rPr lang="en-US" sz="1200" dirty="0">
                <a:solidFill>
                  <a:srgbClr val="3E4A57"/>
                </a:solidFill>
                <a:latin typeface="IBM Plex Sans KR" pitchFamily="34" charset="0"/>
                <a:ea typeface="IBM Plex Sans KR" pitchFamily="34" charset="-122"/>
                <a:cs typeface="IBM Plex Sans KR" pitchFamily="34" charset="-120"/>
              </a:rPr>
              <a:t>선후 제약이 엄격하면 제한된 예산 안에 해를 못 찾음 (5%)</a:t>
            </a:r>
            <a:endParaRPr lang="en-US" sz="1200" dirty="0"/>
          </a:p>
        </p:txBody>
      </p:sp>
      <p:sp>
        <p:nvSpPr>
          <p:cNvPr id="9" name="Shape 7"/>
          <p:cNvSpPr/>
          <p:nvPr/>
        </p:nvSpPr>
        <p:spPr>
          <a:xfrm>
            <a:off x="6213475" y="1801416"/>
            <a:ext cx="5162550" cy="3176984"/>
          </a:xfrm>
          <a:prstGeom prst="roundRect">
            <a:avLst>
              <a:gd name="adj" fmla="val 3898"/>
            </a:avLst>
          </a:prstGeom>
          <a:solidFill>
            <a:srgbClr val="FFFEFB"/>
          </a:solidFill>
          <a:ln w="6350">
            <a:solidFill>
              <a:srgbClr val="DCD8CF"/>
            </a:solidFill>
            <a:prstDash val="solid"/>
          </a:ln>
        </p:spPr>
      </p:sp>
      <p:sp>
        <p:nvSpPr>
          <p:cNvPr id="10" name="Text 8"/>
          <p:cNvSpPr/>
          <p:nvPr/>
        </p:nvSpPr>
        <p:spPr>
          <a:xfrm>
            <a:off x="6445250" y="1995091"/>
            <a:ext cx="483997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6E9A"/>
                </a:solidFill>
                <a:latin typeface="IBM Plex Sans KR" pitchFamily="34" charset="0"/>
                <a:ea typeface="IBM Plex Sans KR" pitchFamily="34" charset="-122"/>
                <a:cs typeface="IBM Plex Sans KR" pitchFamily="34" charset="-120"/>
              </a:rPr>
              <a:t>ASPIRE · Lu et al. (NVIDIA)</a:t>
            </a:r>
            <a:endParaRPr lang="en-US" sz="1200" dirty="0"/>
          </a:p>
        </p:txBody>
      </p:sp>
      <p:sp>
        <p:nvSpPr>
          <p:cNvPr id="11" name="Text 9"/>
          <p:cNvSpPr/>
          <p:nvPr/>
        </p:nvSpPr>
        <p:spPr>
          <a:xfrm>
            <a:off x="6445250" y="2297311"/>
            <a:ext cx="4839970"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C2430"/>
                </a:solidFill>
                <a:latin typeface="IBM Plex Sans KR" pitchFamily="34" charset="0"/>
                <a:ea typeface="IBM Plex Sans KR" pitchFamily="34" charset="-122"/>
                <a:cs typeface="IBM Plex Sans KR" pitchFamily="34" charset="-120"/>
              </a:rPr>
              <a:t>로봇 코드 디버깅 경험을 스킬 라이브러리로 쌓는다</a:t>
            </a:r>
            <a:endParaRPr lang="en-US" sz="1500" dirty="0"/>
          </a:p>
        </p:txBody>
      </p:sp>
      <p:sp>
        <p:nvSpPr>
          <p:cNvPr id="12" name="Text 10"/>
          <p:cNvSpPr/>
          <p:nvPr/>
        </p:nvSpPr>
        <p:spPr>
          <a:xfrm>
            <a:off x="6445250" y="2624336"/>
            <a:ext cx="483997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5A12"/>
                </a:solidFill>
                <a:latin typeface="IBM Plex Sans KR" pitchFamily="34" charset="0"/>
                <a:ea typeface="IBM Plex Sans KR" pitchFamily="34" charset="-122"/>
                <a:cs typeface="IBM Plex Sans KR" pitchFamily="34" charset="-120"/>
              </a:rPr>
              <a:t>논문이 밝힌 한계 (§5)</a:t>
            </a:r>
            <a:endParaRPr lang="en-US" sz="1200" dirty="0"/>
          </a:p>
        </p:txBody>
      </p:sp>
      <p:sp>
        <p:nvSpPr>
          <p:cNvPr id="13" name="Text 11"/>
          <p:cNvSpPr/>
          <p:nvPr/>
        </p:nvSpPr>
        <p:spPr>
          <a:xfrm>
            <a:off x="6537706" y="2926556"/>
            <a:ext cx="4739894" cy="1130201"/>
          </a:xfrm>
          <a:prstGeom prst="rect">
            <a:avLst/>
          </a:prstGeom>
          <a:noFill/>
          <a:ln/>
        </p:spPr>
        <p:txBody>
          <a:bodyPr wrap="square" lIns="0" tIns="0" rIns="0" bIns="0" rtlCol="0" anchor="t">
            <a:normAutofit/>
          </a:bodyPr>
          <a:lstStyle/>
          <a:p>
            <a:pPr algn="l" marL="161544" indent="-161544">
              <a:lnSpc>
                <a:spcPts val="1740"/>
              </a:lnSpc>
              <a:buSzPct val="100000"/>
              <a:buChar char="•"/>
            </a:pPr>
            <a:r>
              <a:rPr lang="en-US" sz="1200" dirty="0">
                <a:solidFill>
                  <a:srgbClr val="3E4A57"/>
                </a:solidFill>
                <a:latin typeface="IBM Plex Sans KR" pitchFamily="34" charset="0"/>
                <a:ea typeface="IBM Plex Sans KR" pitchFamily="34" charset="-122"/>
                <a:cs typeface="IBM Plex Sans KR" pitchFamily="34" charset="-120"/>
              </a:rPr>
              <a:t>논문 작성 시점 기준 frontier LLM(Claude Opus 4.6)에 의존. 더 작거나 약한 LLM에서도 같은 루프가 유지되는지는 검증하지 않음</a:t>
            </a:r>
            <a:endParaRPr lang="en-US" sz="1200" dirty="0"/>
          </a:p>
          <a:p>
            <a:pPr algn="l" marL="161544" indent="-161544">
              <a:lnSpc>
                <a:spcPts val="1740"/>
              </a:lnSpc>
              <a:buSzPct val="100000"/>
              <a:buChar char="•"/>
            </a:pPr>
            <a:r>
              <a:rPr lang="en-US" sz="1200" dirty="0">
                <a:solidFill>
                  <a:srgbClr val="3E4A57"/>
                </a:solidFill>
                <a:latin typeface="IBM Plex Sans KR" pitchFamily="34" charset="0"/>
                <a:ea typeface="IBM Plex Sans KR" pitchFamily="34" charset="-122"/>
                <a:cs typeface="IBM Plex Sans KR" pitchFamily="34" charset="-120"/>
              </a:rPr>
              <a:t>라이브러리가 커지면 오래되거나 지나치게 구체적인 항목이 새 작업을 오도할 수 있음</a:t>
            </a:r>
            <a:endParaRPr lang="en-US" sz="1200" dirty="0"/>
          </a:p>
          <a:p>
            <a:pPr algn="l" marL="161544" indent="-161544">
              <a:lnSpc>
                <a:spcPts val="1740"/>
              </a:lnSpc>
              <a:buSzPct val="100000"/>
              <a:buChar char="•"/>
            </a:pPr>
            <a:r>
              <a:rPr lang="en-US" sz="1200" dirty="0">
                <a:solidFill>
                  <a:srgbClr val="3E4A57"/>
                </a:solidFill>
                <a:latin typeface="IBM Plex Sans KR" pitchFamily="34" charset="0"/>
                <a:ea typeface="IBM Plex Sans KR" pitchFamily="34" charset="-122"/>
                <a:cs typeface="IBM Plex Sans KR" pitchFamily="34" charset="-120"/>
              </a:rPr>
              <a:t>LLM 호출과 시뮬레이션이 많아 비용이 큼</a:t>
            </a:r>
            <a:endParaRPr lang="en-US" sz="1200" dirty="0"/>
          </a:p>
        </p:txBody>
      </p:sp>
      <p:sp>
        <p:nvSpPr>
          <p:cNvPr id="14" name="Text 12"/>
          <p:cNvSpPr/>
          <p:nvPr/>
        </p:nvSpPr>
        <p:spPr>
          <a:xfrm>
            <a:off x="812800" y="5210175"/>
            <a:ext cx="10566400" cy="631825"/>
          </a:xfrm>
          <a:prstGeom prst="roundRect">
            <a:avLst>
              <a:gd name="adj" fmla="val 20101"/>
            </a:avLst>
          </a:prstGeom>
          <a:solidFill>
            <a:srgbClr val="1C2430"/>
          </a:solidFill>
          <a:ln/>
        </p:spPr>
        <p:txBody>
          <a:bodyPr wrap="square" lIns="216803" tIns="140603" rIns="0" bIns="115203" rtlCol="0" anchor="t">
            <a:normAutofit/>
          </a:bodyPr>
          <a:lstStyle/>
          <a:p>
            <a:pPr algn="l" indent="0" marL="0">
              <a:lnSpc>
                <a:spcPts val="2175"/>
              </a:lnSpc>
              <a:buNone/>
            </a:pPr>
            <a:r>
              <a:rPr lang="en-US" sz="1500" b="1" dirty="0">
                <a:solidFill>
                  <a:srgbClr val="F2EFE8"/>
                </a:solidFill>
                <a:latin typeface="IBM Plex Sans KR" pitchFamily="34" charset="0"/>
                <a:ea typeface="IBM Plex Sans KR" pitchFamily="34" charset="-122"/>
                <a:cs typeface="IBM Plex Sans KR" pitchFamily="34" charset="-120"/>
              </a:rPr>
              <a:t>연구 동기 : 성능이 약한 LLM 모델에서도, 분해 실패에서 배운 절차를 SKILL.md로 남기면 분해 계획이 나아질까?</a:t>
            </a:r>
            <a:endParaRPr lang="en-US" sz="1500" dirty="0"/>
          </a:p>
        </p:txBody>
      </p:sp>
      <p:sp>
        <p:nvSpPr>
          <p:cNvPr id="15" name="Text 1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480"/>
                </a:solidFill>
                <a:latin typeface="IBM Plex Sans KR" pitchFamily="34" charset="0"/>
                <a:ea typeface="IBM Plex Sans KR" pitchFamily="34" charset="-122"/>
                <a:cs typeface="IBM Plex Sans KR" pitchFamily="34" charset="-120"/>
              </a:rPr>
              <a:t>SKILL.md 기반 Disassembly Planner · 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5A12"/>
                </a:solidFill>
                <a:latin typeface="IBM Plex Sans KR" pitchFamily="34" charset="0"/>
                <a:ea typeface="IBM Plex Sans KR" pitchFamily="34" charset="-122"/>
                <a:cs typeface="IBM Plex Sans KR" pitchFamily="34" charset="-120"/>
              </a:rPr>
              <a:t>2 · 연구 목표와 용어</a:t>
            </a:r>
            <a:endParaRPr lang="en-US" sz="1200" dirty="0"/>
          </a:p>
        </p:txBody>
      </p:sp>
      <p:sp>
        <p:nvSpPr>
          <p:cNvPr id="3" name="Text 1"/>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C2430"/>
                </a:solidFill>
                <a:latin typeface="IBM Plex Sans KR" pitchFamily="34" charset="0"/>
                <a:ea typeface="IBM Plex Sans KR" pitchFamily="34" charset="-122"/>
                <a:cs typeface="IBM Plex Sans KR" pitchFamily="34" charset="-120"/>
              </a:rPr>
              <a:t>실패 경험을 SKILL.md로 저장하고 다시 쓴다</a:t>
            </a:r>
            <a:endParaRPr lang="en-US" sz="3200" dirty="0"/>
          </a:p>
        </p:txBody>
      </p:sp>
      <p:sp>
        <p:nvSpPr>
          <p:cNvPr id="4" name="Shape 2"/>
          <p:cNvSpPr/>
          <p:nvPr/>
        </p:nvSpPr>
        <p:spPr>
          <a:xfrm>
            <a:off x="812800" y="1823641"/>
            <a:ext cx="10566400" cy="1223615"/>
          </a:xfrm>
          <a:prstGeom prst="roundRect">
            <a:avLst>
              <a:gd name="adj" fmla="val 10379"/>
            </a:avLst>
          </a:prstGeom>
          <a:solidFill>
            <a:srgbClr val="F3E2CC"/>
          </a:solidFill>
          <a:ln/>
        </p:spPr>
      </p:sp>
      <p:sp>
        <p:nvSpPr>
          <p:cNvPr id="5" name="Text 3"/>
          <p:cNvSpPr/>
          <p:nvPr/>
        </p:nvSpPr>
        <p:spPr>
          <a:xfrm>
            <a:off x="1066800" y="2014141"/>
            <a:ext cx="10360152" cy="577850"/>
          </a:xfrm>
          <a:prstGeom prst="rect">
            <a:avLst/>
          </a:prstGeom>
          <a:noFill/>
          <a:ln/>
        </p:spPr>
        <p:txBody>
          <a:bodyPr wrap="square" lIns="0" tIns="0" rIns="0" bIns="0" rtlCol="0" anchor="t">
            <a:normAutofit/>
          </a:bodyPr>
          <a:lstStyle/>
          <a:p>
            <a:pPr algn="l" indent="0" marL="0">
              <a:lnSpc>
                <a:spcPts val="2175"/>
              </a:lnSpc>
              <a:buNone/>
            </a:pPr>
            <a:r>
              <a:rPr lang="en-US" sz="1500" b="1" dirty="0">
                <a:solidFill>
                  <a:srgbClr val="1C2430"/>
                </a:solidFill>
                <a:latin typeface="IBM Plex Sans KR" pitchFamily="34" charset="0"/>
                <a:ea typeface="IBM Plex Sans KR" pitchFamily="34" charset="-122"/>
                <a:cs typeface="IBM Plex Sans KR" pitchFamily="34" charset="-120"/>
              </a:rPr>
              <a:t>목표</a:t>
            </a:r>
            <a:r>
              <a:rPr lang="en-US" sz="1500" dirty="0">
                <a:solidFill>
                  <a:srgbClr val="1C2430"/>
                </a:solidFill>
                <a:latin typeface="IBM Plex Sans KR" pitchFamily="34" charset="0"/>
                <a:ea typeface="IBM Plex Sans KR" pitchFamily="34" charset="-122"/>
                <a:cs typeface="IBM Plex Sans KR" pitchFamily="34" charset="-120"/>
              </a:rPr>
              <a:t> 실제 분해 실패에서 배운 해결 절차를 SKILL.md로 저장하고, 같은 조립체나 다른 조립체를 다시 분해할 때 그 경험으로 더 잘하는 disassembly planner</a:t>
            </a:r>
            <a:endParaRPr lang="en-US" sz="1500" dirty="0"/>
          </a:p>
        </p:txBody>
      </p:sp>
      <p:sp>
        <p:nvSpPr>
          <p:cNvPr id="6" name="Text 4"/>
          <p:cNvSpPr/>
          <p:nvPr/>
        </p:nvSpPr>
        <p:spPr>
          <a:xfrm>
            <a:off x="1066800" y="2617391"/>
            <a:ext cx="10360152" cy="26476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560"/>
                </a:solidFill>
                <a:latin typeface="IBM Plex Sans KR" pitchFamily="34" charset="0"/>
                <a:ea typeface="IBM Plex Sans KR" pitchFamily="34" charset="-122"/>
                <a:cs typeface="IBM Plex Sans KR" pitchFamily="34" charset="-120"/>
              </a:rPr>
              <a:t>모델 가중치는 바꾸지 않고 SKILL.md만 쌓습니다. 평가 모델은 frontier 최상위가 아닌 gpt-6-luna(reasoning low)입니다.</a:t>
            </a:r>
            <a:endParaRPr lang="en-US" sz="1300" dirty="0"/>
          </a:p>
        </p:txBody>
      </p:sp>
      <p:sp>
        <p:nvSpPr>
          <p:cNvPr id="7" name="Shape 5"/>
          <p:cNvSpPr/>
          <p:nvPr/>
        </p:nvSpPr>
        <p:spPr>
          <a:xfrm>
            <a:off x="812800" y="3301256"/>
            <a:ext cx="3378200" cy="2540744"/>
          </a:xfrm>
          <a:prstGeom prst="roundRect">
            <a:avLst>
              <a:gd name="adj" fmla="val 4999"/>
            </a:avLst>
          </a:prstGeom>
          <a:solidFill>
            <a:srgbClr val="1C2430"/>
          </a:solidFill>
          <a:ln/>
        </p:spPr>
      </p:sp>
      <p:sp>
        <p:nvSpPr>
          <p:cNvPr id="8" name="Text 6"/>
          <p:cNvSpPr/>
          <p:nvPr/>
        </p:nvSpPr>
        <p:spPr>
          <a:xfrm>
            <a:off x="1041400" y="3504456"/>
            <a:ext cx="300863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9A54A"/>
                </a:solidFill>
                <a:latin typeface="IBM Plex Sans KR" pitchFamily="34" charset="0"/>
                <a:ea typeface="IBM Plex Sans KR" pitchFamily="34" charset="-122"/>
                <a:cs typeface="IBM Plex Sans KR" pitchFamily="34" charset="-120"/>
              </a:rPr>
              <a:t>경험을 담는 형식</a:t>
            </a:r>
            <a:endParaRPr lang="en-US" sz="1200" dirty="0"/>
          </a:p>
        </p:txBody>
      </p:sp>
      <p:sp>
        <p:nvSpPr>
          <p:cNvPr id="9" name="Text 7"/>
          <p:cNvSpPr/>
          <p:nvPr/>
        </p:nvSpPr>
        <p:spPr>
          <a:xfrm>
            <a:off x="1041400" y="3793976"/>
            <a:ext cx="300863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2EFE8"/>
                </a:solidFill>
                <a:latin typeface="IBM Plex Sans KR" pitchFamily="34" charset="0"/>
                <a:ea typeface="IBM Plex Sans KR" pitchFamily="34" charset="-122"/>
                <a:cs typeface="IBM Plex Sans KR" pitchFamily="34" charset="-120"/>
              </a:rPr>
              <a:t>SKILL.md</a:t>
            </a:r>
            <a:endParaRPr lang="en-US" sz="2000" dirty="0"/>
          </a:p>
        </p:txBody>
      </p:sp>
      <p:sp>
        <p:nvSpPr>
          <p:cNvPr id="10" name="Text 8"/>
          <p:cNvSpPr/>
          <p:nvPr/>
        </p:nvSpPr>
        <p:spPr>
          <a:xfrm>
            <a:off x="1041400" y="4174976"/>
            <a:ext cx="3008630"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C9D2DC"/>
                </a:solidFill>
                <a:latin typeface="IBM Plex Sans KR" pitchFamily="34" charset="0"/>
                <a:ea typeface="IBM Plex Sans KR" pitchFamily="34" charset="-122"/>
                <a:cs typeface="IBM Plex Sans KR" pitchFamily="34" charset="-120"/>
              </a:rPr>
              <a:t>LLM이 읽는 절차 파일. 언제 쓰는지, 절차, 근거, 한계를 Markdown으로 적음</a:t>
            </a:r>
            <a:endParaRPr lang="en-US" sz="1300" dirty="0"/>
          </a:p>
        </p:txBody>
      </p:sp>
      <p:sp>
        <p:nvSpPr>
          <p:cNvPr id="11" name="Shape 9"/>
          <p:cNvSpPr/>
          <p:nvPr/>
        </p:nvSpPr>
        <p:spPr>
          <a:xfrm>
            <a:off x="4397375" y="3304431"/>
            <a:ext cx="3384550" cy="2534394"/>
          </a:xfrm>
          <a:prstGeom prst="roundRect">
            <a:avLst>
              <a:gd name="adj" fmla="val 4886"/>
            </a:avLst>
          </a:prstGeom>
          <a:solidFill>
            <a:srgbClr val="FFFEFB"/>
          </a:solidFill>
          <a:ln w="6350">
            <a:solidFill>
              <a:srgbClr val="DCD8CF"/>
            </a:solidFill>
            <a:prstDash val="solid"/>
          </a:ln>
        </p:spPr>
      </p:sp>
      <p:sp>
        <p:nvSpPr>
          <p:cNvPr id="12" name="Text 10"/>
          <p:cNvSpPr/>
          <p:nvPr/>
        </p:nvSpPr>
        <p:spPr>
          <a:xfrm>
            <a:off x="4629150" y="3510806"/>
            <a:ext cx="300863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6E9A"/>
                </a:solidFill>
                <a:latin typeface="IBM Plex Sans KR" pitchFamily="34" charset="0"/>
                <a:ea typeface="IBM Plex Sans KR" pitchFamily="34" charset="-122"/>
                <a:cs typeface="IBM Plex Sans KR" pitchFamily="34" charset="-120"/>
              </a:rPr>
              <a:t>처음 보는 조립체용</a:t>
            </a:r>
            <a:endParaRPr lang="en-US" sz="1200" dirty="0"/>
          </a:p>
        </p:txBody>
      </p:sp>
      <p:sp>
        <p:nvSpPr>
          <p:cNvPr id="13" name="Text 11"/>
          <p:cNvSpPr/>
          <p:nvPr/>
        </p:nvSpPr>
        <p:spPr>
          <a:xfrm>
            <a:off x="4629150" y="3800326"/>
            <a:ext cx="300863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C2430"/>
                </a:solidFill>
                <a:latin typeface="IBM Plex Sans KR" pitchFamily="34" charset="0"/>
                <a:ea typeface="IBM Plex Sans KR" pitchFamily="34" charset="-122"/>
                <a:cs typeface="IBM Plex Sans KR" pitchFamily="34" charset="-120"/>
              </a:rPr>
              <a:t>범용 SKILL.md</a:t>
            </a:r>
            <a:endParaRPr lang="en-US" sz="2000" dirty="0"/>
          </a:p>
        </p:txBody>
      </p:sp>
      <p:sp>
        <p:nvSpPr>
          <p:cNvPr id="14" name="Text 12"/>
          <p:cNvSpPr/>
          <p:nvPr/>
        </p:nvSpPr>
        <p:spPr>
          <a:xfrm>
            <a:off x="4629150" y="4181326"/>
            <a:ext cx="3008630" cy="74349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E4A57"/>
                </a:solidFill>
                <a:latin typeface="IBM Plex Sans KR" pitchFamily="34" charset="0"/>
                <a:ea typeface="IBM Plex Sans KR" pitchFamily="34" charset="-122"/>
                <a:cs typeface="IBM Plex Sans KR" pitchFamily="34" charset="-120"/>
              </a:rPr>
              <a:t>여러 개발 조립체의 실패 기록에서 만든 SKILL.md. 이 발표는 최신 버전 S5 기준 (이전 버전 S3는 비교용)</a:t>
            </a:r>
            <a:endParaRPr lang="en-US" sz="1300" dirty="0"/>
          </a:p>
        </p:txBody>
      </p:sp>
      <p:sp>
        <p:nvSpPr>
          <p:cNvPr id="15" name="Shape 13"/>
          <p:cNvSpPr/>
          <p:nvPr/>
        </p:nvSpPr>
        <p:spPr>
          <a:xfrm>
            <a:off x="7991475" y="3304431"/>
            <a:ext cx="3384550" cy="2534394"/>
          </a:xfrm>
          <a:prstGeom prst="roundRect">
            <a:avLst>
              <a:gd name="adj" fmla="val 4886"/>
            </a:avLst>
          </a:prstGeom>
          <a:solidFill>
            <a:srgbClr val="FFFEFB"/>
          </a:solidFill>
          <a:ln w="6350">
            <a:solidFill>
              <a:srgbClr val="DCD8CF"/>
            </a:solidFill>
            <a:prstDash val="solid"/>
          </a:ln>
        </p:spPr>
      </p:sp>
      <p:sp>
        <p:nvSpPr>
          <p:cNvPr id="16" name="Text 14"/>
          <p:cNvSpPr/>
          <p:nvPr/>
        </p:nvSpPr>
        <p:spPr>
          <a:xfrm>
            <a:off x="8223250" y="3510806"/>
            <a:ext cx="300863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6E9A"/>
                </a:solidFill>
                <a:latin typeface="IBM Plex Sans KR" pitchFamily="34" charset="0"/>
                <a:ea typeface="IBM Plex Sans KR" pitchFamily="34" charset="-122"/>
                <a:cs typeface="IBM Plex Sans KR" pitchFamily="34" charset="-120"/>
              </a:rPr>
              <a:t>같은 조립체를 다시 분해할 때</a:t>
            </a:r>
            <a:endParaRPr lang="en-US" sz="1200" dirty="0"/>
          </a:p>
        </p:txBody>
      </p:sp>
      <p:sp>
        <p:nvSpPr>
          <p:cNvPr id="17" name="Text 15"/>
          <p:cNvSpPr/>
          <p:nvPr/>
        </p:nvSpPr>
        <p:spPr>
          <a:xfrm>
            <a:off x="8223250" y="3800326"/>
            <a:ext cx="300863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C2430"/>
                </a:solidFill>
                <a:latin typeface="IBM Plex Sans KR" pitchFamily="34" charset="0"/>
                <a:ea typeface="IBM Plex Sans KR" pitchFamily="34" charset="-122"/>
                <a:cs typeface="IBM Plex Sans KR" pitchFamily="34" charset="-120"/>
              </a:rPr>
              <a:t>조립체별 SKILL.md</a:t>
            </a:r>
            <a:endParaRPr lang="en-US" sz="2000" dirty="0"/>
          </a:p>
        </p:txBody>
      </p:sp>
      <p:sp>
        <p:nvSpPr>
          <p:cNvPr id="18" name="Text 16"/>
          <p:cNvSpPr/>
          <p:nvPr/>
        </p:nvSpPr>
        <p:spPr>
          <a:xfrm>
            <a:off x="8223250" y="4181326"/>
            <a:ext cx="3008630"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E4A57"/>
                </a:solidFill>
                <a:latin typeface="IBM Plex Sans KR" pitchFamily="34" charset="0"/>
                <a:ea typeface="IBM Plex Sans KR" pitchFamily="34" charset="-122"/>
                <a:cs typeface="IBM Plex Sans KR" pitchFamily="34" charset="-120"/>
              </a:rPr>
              <a:t>한 조립체의 1차 시도 기록에서 만든, 그 조립체 전용 SKILL.md</a:t>
            </a:r>
            <a:endParaRPr lang="en-US" sz="1300" dirty="0"/>
          </a:p>
        </p:txBody>
      </p:sp>
      <p:sp>
        <p:nvSpPr>
          <p:cNvPr id="19" name="Text 1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480"/>
                </a:solidFill>
                <a:latin typeface="IBM Plex Sans KR" pitchFamily="34" charset="0"/>
                <a:ea typeface="IBM Plex Sans KR" pitchFamily="34" charset="-122"/>
                <a:cs typeface="IBM Plex Sans KR" pitchFamily="34" charset="-120"/>
              </a:rPr>
              <a:t>SKILL.md 기반 Disassembly Planner · 3 · S3·S5는 범용 SKILL.md의 버전 이름</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5A12"/>
                </a:solidFill>
                <a:latin typeface="IBM Plex Sans KR" pitchFamily="34" charset="0"/>
                <a:ea typeface="IBM Plex Sans KR" pitchFamily="34" charset="-122"/>
                <a:cs typeface="IBM Plex Sans KR" pitchFamily="34" charset="-120"/>
              </a:rPr>
              <a:t>3 · Disassembly planner란</a:t>
            </a:r>
            <a:endParaRPr lang="en-US" sz="1200" dirty="0"/>
          </a:p>
        </p:txBody>
      </p:sp>
      <p:sp>
        <p:nvSpPr>
          <p:cNvPr id="3" name="Text 1"/>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C2430"/>
                </a:solidFill>
                <a:latin typeface="IBM Plex Sans KR" pitchFamily="34" charset="0"/>
                <a:ea typeface="IBM Plex Sans KR" pitchFamily="34" charset="-122"/>
                <a:cs typeface="IBM Plex Sans KR" pitchFamily="34" charset="-120"/>
              </a:rPr>
              <a:t>어떤 부품을, 어느 방향으로, 어떤 순서로 뺄 것인가</a:t>
            </a:r>
            <a:endParaRPr lang="en-US" sz="3200" dirty="0"/>
          </a:p>
        </p:txBody>
      </p:sp>
      <p:sp>
        <p:nvSpPr>
          <p:cNvPr id="4" name="Shape 2"/>
          <p:cNvSpPr/>
          <p:nvPr/>
        </p:nvSpPr>
        <p:spPr>
          <a:xfrm>
            <a:off x="815975" y="1826816"/>
            <a:ext cx="4819650" cy="702270"/>
          </a:xfrm>
          <a:prstGeom prst="roundRect">
            <a:avLst>
              <a:gd name="adj" fmla="val 14015"/>
            </a:avLst>
          </a:prstGeom>
          <a:solidFill>
            <a:srgbClr val="FFFEFB"/>
          </a:solidFill>
          <a:ln w="6350">
            <a:solidFill>
              <a:srgbClr val="DCD8CF"/>
            </a:solidFill>
            <a:prstDash val="solid"/>
          </a:ln>
        </p:spPr>
      </p:sp>
      <p:sp>
        <p:nvSpPr>
          <p:cNvPr id="5" name="Text 3"/>
          <p:cNvSpPr/>
          <p:nvPr/>
        </p:nvSpPr>
        <p:spPr>
          <a:xfrm>
            <a:off x="996950" y="1931591"/>
            <a:ext cx="4591431"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C2430"/>
                </a:solidFill>
                <a:latin typeface="IBM Plex Sans KR" pitchFamily="34" charset="0"/>
                <a:ea typeface="IBM Plex Sans KR" pitchFamily="34" charset="-122"/>
                <a:cs typeface="IBM Plex Sans KR" pitchFamily="34" charset="-120"/>
              </a:rPr>
              <a:t>입력 · CAD 조립체</a:t>
            </a:r>
            <a:endParaRPr lang="en-US" sz="1400" dirty="0"/>
          </a:p>
        </p:txBody>
      </p:sp>
      <p:sp>
        <p:nvSpPr>
          <p:cNvPr id="6" name="Text 4"/>
          <p:cNvSpPr/>
          <p:nvPr/>
        </p:nvSpPr>
        <p:spPr>
          <a:xfrm>
            <a:off x="996950" y="2218581"/>
            <a:ext cx="4591431"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0"/>
                </a:solidFill>
                <a:latin typeface="IBM Plex Sans KR" pitchFamily="34" charset="0"/>
                <a:ea typeface="IBM Plex Sans KR" pitchFamily="34" charset="-122"/>
                <a:cs typeface="IBM Plex Sans KR" pitchFamily="34" charset="-120"/>
              </a:rPr>
              <a:t>부품 메시와 자세, 바닥에 고정된 부품 1개</a:t>
            </a:r>
            <a:endParaRPr lang="en-US" sz="1200" dirty="0"/>
          </a:p>
        </p:txBody>
      </p:sp>
      <p:pic>
        <p:nvPicPr>
          <p:cNvPr id="7" name="Image 0" descr="arrow-down">    </p:cNvPr>
          <p:cNvPicPr>
            <a:picLocks noChangeAspect="1"/>
          </p:cNvPicPr>
          <p:nvPr/>
        </p:nvPicPr>
        <p:blipFill>
          <a:blip r:embed="rId1"/>
          <a:srcRect l="0" r="0" t="0" b="0"/>
          <a:stretch/>
        </p:blipFill>
        <p:spPr>
          <a:xfrm>
            <a:off x="3149600" y="2595761"/>
            <a:ext cx="152400" cy="190500"/>
          </a:xfrm>
          <a:prstGeom prst="rect">
            <a:avLst/>
          </a:prstGeom>
        </p:spPr>
      </p:pic>
      <p:sp>
        <p:nvSpPr>
          <p:cNvPr id="8" name="Shape 5"/>
          <p:cNvSpPr/>
          <p:nvPr/>
        </p:nvSpPr>
        <p:spPr>
          <a:xfrm>
            <a:off x="815975" y="2852936"/>
            <a:ext cx="4819650" cy="702270"/>
          </a:xfrm>
          <a:prstGeom prst="roundRect">
            <a:avLst>
              <a:gd name="adj" fmla="val 14015"/>
            </a:avLst>
          </a:prstGeom>
          <a:solidFill>
            <a:srgbClr val="FFFEFB"/>
          </a:solidFill>
          <a:ln w="6350">
            <a:solidFill>
              <a:srgbClr val="DCD8CF"/>
            </a:solidFill>
            <a:prstDash val="solid"/>
          </a:ln>
        </p:spPr>
      </p:sp>
      <p:sp>
        <p:nvSpPr>
          <p:cNvPr id="9" name="Text 6"/>
          <p:cNvSpPr/>
          <p:nvPr/>
        </p:nvSpPr>
        <p:spPr>
          <a:xfrm>
            <a:off x="996950" y="2957711"/>
            <a:ext cx="4591431"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C2430"/>
                </a:solidFill>
                <a:latin typeface="IBM Plex Sans KR" pitchFamily="34" charset="0"/>
                <a:ea typeface="IBM Plex Sans KR" pitchFamily="34" charset="-122"/>
                <a:cs typeface="IBM Plex Sans KR" pitchFamily="34" charset="-120"/>
              </a:rPr>
              <a:t>행동 · (부품, 방향 라벨)</a:t>
            </a:r>
            <a:endParaRPr lang="en-US" sz="1400" dirty="0"/>
          </a:p>
        </p:txBody>
      </p:sp>
      <p:sp>
        <p:nvSpPr>
          <p:cNvPr id="10" name="Text 7"/>
          <p:cNvSpPr/>
          <p:nvPr/>
        </p:nvSpPr>
        <p:spPr>
          <a:xfrm>
            <a:off x="996950" y="3244701"/>
            <a:ext cx="4591431"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0"/>
                </a:solidFill>
                <a:latin typeface="IBM Plex Sans KR" pitchFamily="34" charset="0"/>
                <a:ea typeface="IBM Plex Sans KR" pitchFamily="34" charset="-122"/>
                <a:cs typeface="IBM Plex Sans KR" pitchFamily="34" charset="-120"/>
              </a:rPr>
              <a:t>6개 방향 라벨 중 하나로 직선을 따라 빼냄</a:t>
            </a:r>
            <a:endParaRPr lang="en-US" sz="1200" dirty="0"/>
          </a:p>
        </p:txBody>
      </p:sp>
      <p:pic>
        <p:nvPicPr>
          <p:cNvPr id="11" name="Image 1" descr="arrow-down">    </p:cNvPr>
          <p:cNvPicPr>
            <a:picLocks noChangeAspect="1"/>
          </p:cNvPicPr>
          <p:nvPr/>
        </p:nvPicPr>
        <p:blipFill>
          <a:blip r:embed="rId2"/>
          <a:srcRect l="0" r="0" t="0" b="0"/>
          <a:stretch/>
        </p:blipFill>
        <p:spPr>
          <a:xfrm>
            <a:off x="3149600" y="3621881"/>
            <a:ext cx="152400" cy="190500"/>
          </a:xfrm>
          <a:prstGeom prst="rect">
            <a:avLst/>
          </a:prstGeom>
        </p:spPr>
      </p:pic>
      <p:sp>
        <p:nvSpPr>
          <p:cNvPr id="12" name="Shape 8"/>
          <p:cNvSpPr/>
          <p:nvPr/>
        </p:nvSpPr>
        <p:spPr>
          <a:xfrm>
            <a:off x="815975" y="3879056"/>
            <a:ext cx="4819650" cy="702270"/>
          </a:xfrm>
          <a:prstGeom prst="roundRect">
            <a:avLst>
              <a:gd name="adj" fmla="val 14015"/>
            </a:avLst>
          </a:prstGeom>
          <a:solidFill>
            <a:srgbClr val="FFFEFB"/>
          </a:solidFill>
          <a:ln w="6350">
            <a:solidFill>
              <a:srgbClr val="DCD8CF"/>
            </a:solidFill>
            <a:prstDash val="solid"/>
          </a:ln>
        </p:spPr>
      </p:sp>
      <p:sp>
        <p:nvSpPr>
          <p:cNvPr id="13" name="Text 9"/>
          <p:cNvSpPr/>
          <p:nvPr/>
        </p:nvSpPr>
        <p:spPr>
          <a:xfrm>
            <a:off x="996950" y="3983831"/>
            <a:ext cx="4591431"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C2430"/>
                </a:solidFill>
                <a:latin typeface="IBM Plex Sans KR" pitchFamily="34" charset="0"/>
                <a:ea typeface="IBM Plex Sans KR" pitchFamily="34" charset="-122"/>
                <a:cs typeface="IBM Plex Sans KR" pitchFamily="34" charset="-120"/>
              </a:rPr>
              <a:t>판정 ① 경로 충돌</a:t>
            </a:r>
            <a:endParaRPr lang="en-US" sz="1400" dirty="0"/>
          </a:p>
        </p:txBody>
      </p:sp>
      <p:sp>
        <p:nvSpPr>
          <p:cNvPr id="14" name="Text 10"/>
          <p:cNvSpPr/>
          <p:nvPr/>
        </p:nvSpPr>
        <p:spPr>
          <a:xfrm>
            <a:off x="996950" y="4270821"/>
            <a:ext cx="4591431"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0"/>
                </a:solidFill>
                <a:latin typeface="IBM Plex Sans KR" pitchFamily="34" charset="0"/>
                <a:ea typeface="IBM Plex Sans KR" pitchFamily="34" charset="-122"/>
                <a:cs typeface="IBM Plex Sans KR" pitchFamily="34" charset="-120"/>
              </a:rPr>
              <a:t>원본 메시로 빼는 경로를 샘플링해 다른 부품과 겹치는지 확인</a:t>
            </a:r>
            <a:endParaRPr lang="en-US" sz="1200" dirty="0"/>
          </a:p>
        </p:txBody>
      </p:sp>
      <p:pic>
        <p:nvPicPr>
          <p:cNvPr id="15" name="Image 2" descr="arrow-down">    </p:cNvPr>
          <p:cNvPicPr>
            <a:picLocks noChangeAspect="1"/>
          </p:cNvPicPr>
          <p:nvPr/>
        </p:nvPicPr>
        <p:blipFill>
          <a:blip r:embed="rId3"/>
          <a:srcRect l="0" r="0" t="0" b="0"/>
          <a:stretch/>
        </p:blipFill>
        <p:spPr>
          <a:xfrm>
            <a:off x="3149600" y="4648002"/>
            <a:ext cx="152400" cy="190500"/>
          </a:xfrm>
          <a:prstGeom prst="rect">
            <a:avLst/>
          </a:prstGeom>
        </p:spPr>
      </p:pic>
      <p:sp>
        <p:nvSpPr>
          <p:cNvPr id="16" name="Shape 11"/>
          <p:cNvSpPr/>
          <p:nvPr/>
        </p:nvSpPr>
        <p:spPr>
          <a:xfrm>
            <a:off x="812800" y="4902002"/>
            <a:ext cx="4826000" cy="695920"/>
          </a:xfrm>
          <a:prstGeom prst="roundRect">
            <a:avLst>
              <a:gd name="adj" fmla="val 14599"/>
            </a:avLst>
          </a:prstGeom>
          <a:solidFill>
            <a:srgbClr val="1C2430"/>
          </a:solidFill>
          <a:ln/>
        </p:spPr>
      </p:sp>
      <p:sp>
        <p:nvSpPr>
          <p:cNvPr id="17" name="Text 12"/>
          <p:cNvSpPr/>
          <p:nvPr/>
        </p:nvSpPr>
        <p:spPr>
          <a:xfrm>
            <a:off x="990600" y="5003602"/>
            <a:ext cx="4604512"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2EFE8"/>
                </a:solidFill>
                <a:latin typeface="IBM Plex Sans KR" pitchFamily="34" charset="0"/>
                <a:ea typeface="IBM Plex Sans KR" pitchFamily="34" charset="-122"/>
                <a:cs typeface="IBM Plex Sans KR" pitchFamily="34" charset="-120"/>
              </a:rPr>
              <a:t>판정 ② 남은 부품 안정성</a:t>
            </a:r>
            <a:endParaRPr lang="en-US" sz="1400" dirty="0"/>
          </a:p>
        </p:txBody>
      </p:sp>
      <p:sp>
        <p:nvSpPr>
          <p:cNvPr id="18" name="Text 13"/>
          <p:cNvSpPr/>
          <p:nvPr/>
        </p:nvSpPr>
        <p:spPr>
          <a:xfrm>
            <a:off x="990600" y="5290592"/>
            <a:ext cx="4604512"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C9D2DC"/>
                </a:solidFill>
                <a:latin typeface="IBM Plex Sans KR" pitchFamily="34" charset="0"/>
                <a:ea typeface="IBM Plex Sans KR" pitchFamily="34" charset="-122"/>
                <a:cs typeface="IBM Plex Sans KR" pitchFamily="34" charset="-120"/>
              </a:rPr>
              <a:t>MuJoCo로 1.5초 시뮬레이션 (중력, 마찰 0.5). 무너지면 거절</a:t>
            </a:r>
            <a:endParaRPr lang="en-US" sz="1200" dirty="0"/>
          </a:p>
        </p:txBody>
      </p:sp>
      <p:sp>
        <p:nvSpPr>
          <p:cNvPr id="19" name="Shape 14"/>
          <p:cNvSpPr/>
          <p:nvPr/>
        </p:nvSpPr>
        <p:spPr>
          <a:xfrm>
            <a:off x="5997575" y="1826816"/>
            <a:ext cx="5378450" cy="2442170"/>
          </a:xfrm>
          <a:prstGeom prst="roundRect">
            <a:avLst>
              <a:gd name="adj" fmla="val 5070"/>
            </a:avLst>
          </a:prstGeom>
          <a:solidFill>
            <a:srgbClr val="FFFEFB"/>
          </a:solidFill>
          <a:ln w="6350">
            <a:solidFill>
              <a:srgbClr val="DCD8CF"/>
            </a:solidFill>
            <a:prstDash val="solid"/>
          </a:ln>
        </p:spPr>
      </p:sp>
      <p:pic>
        <p:nvPicPr>
          <p:cNvPr id="20" name="Image 3" descr="평가 CAD 02260을 시뮬레이션 시작 상태로 렌더링한 그림">    </p:cNvPr>
          <p:cNvPicPr>
            <a:picLocks noChangeAspect="1"/>
          </p:cNvPicPr>
          <p:nvPr/>
        </p:nvPicPr>
        <p:blipFill>
          <a:blip r:embed="rId4"/>
          <a:srcRect l="-27" r="-27" t="0" b="0"/>
          <a:stretch/>
        </p:blipFill>
        <p:spPr>
          <a:xfrm>
            <a:off x="7213600" y="1956991"/>
            <a:ext cx="2946400" cy="1905000"/>
          </a:xfrm>
          <a:prstGeom prst="rect">
            <a:avLst/>
          </a:prstGeom>
        </p:spPr>
      </p:pic>
      <p:sp>
        <p:nvSpPr>
          <p:cNvPr id="21" name="Text 15"/>
          <p:cNvSpPr/>
          <p:nvPr/>
        </p:nvSpPr>
        <p:spPr>
          <a:xfrm>
            <a:off x="6000750" y="3925491"/>
            <a:ext cx="537205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560"/>
                </a:solidFill>
                <a:latin typeface="IBM Plex Sans KR" pitchFamily="34" charset="0"/>
                <a:ea typeface="IBM Plex Sans KR" pitchFamily="34" charset="-122"/>
                <a:cs typeface="IBM Plex Sans KR" pitchFamily="34" charset="-120"/>
              </a:rPr>
              <a:t>평가 CAD 02260 · 부품 11개 중 1개 고정. 나머지 10개를 모두 빼면 성공</a:t>
            </a:r>
            <a:endParaRPr lang="en-US" sz="1200" dirty="0"/>
          </a:p>
        </p:txBody>
      </p:sp>
      <p:sp>
        <p:nvSpPr>
          <p:cNvPr id="22" name="Shape 16"/>
          <p:cNvSpPr/>
          <p:nvPr/>
        </p:nvSpPr>
        <p:spPr>
          <a:xfrm>
            <a:off x="5994400" y="4399161"/>
            <a:ext cx="5384800" cy="1247080"/>
          </a:xfrm>
          <a:prstGeom prst="roundRect">
            <a:avLst>
              <a:gd name="adj" fmla="val 10184"/>
            </a:avLst>
          </a:prstGeom>
          <a:solidFill>
            <a:srgbClr val="F3E2CC"/>
          </a:solidFill>
          <a:ln/>
        </p:spPr>
      </p:sp>
      <p:sp>
        <p:nvSpPr>
          <p:cNvPr id="23" name="Text 17"/>
          <p:cNvSpPr/>
          <p:nvPr/>
        </p:nvSpPr>
        <p:spPr>
          <a:xfrm>
            <a:off x="6197600" y="4551561"/>
            <a:ext cx="512775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C2430"/>
                </a:solidFill>
                <a:latin typeface="IBM Plex Sans KR" pitchFamily="34" charset="0"/>
                <a:ea typeface="IBM Plex Sans KR" pitchFamily="34" charset="-122"/>
                <a:cs typeface="IBM Plex Sans KR" pitchFamily="34" charset="-120"/>
              </a:rPr>
              <a:t>어려운 이유</a:t>
            </a:r>
            <a:endParaRPr lang="en-US" sz="1500" dirty="0"/>
          </a:p>
        </p:txBody>
      </p:sp>
      <p:sp>
        <p:nvSpPr>
          <p:cNvPr id="24" name="Text 18"/>
          <p:cNvSpPr/>
          <p:nvPr/>
        </p:nvSpPr>
        <p:spPr>
          <a:xfrm>
            <a:off x="6197600" y="4830961"/>
            <a:ext cx="5127752" cy="6882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3E4A57"/>
                </a:solidFill>
                <a:latin typeface="IBM Plex Sans KR" pitchFamily="34" charset="0"/>
                <a:ea typeface="IBM Plex Sans KR" pitchFamily="34" charset="-122"/>
                <a:cs typeface="IBM Plex Sans KR" pitchFamily="34" charset="-120"/>
              </a:rPr>
              <a:t>막힘이 상태에 따라 바뀌고, 순서를 잘못 고르면 남은 구조가 무너집니다. 검사도 비쌉니다: 충돌 거절 중앙값 2.1초, 불안정 판정 19.6초, 에피소드당 검사 240회·900초</a:t>
            </a:r>
            <a:endParaRPr lang="en-US" sz="1200" dirty="0"/>
          </a:p>
        </p:txBody>
      </p:sp>
      <p:sp>
        <p:nvSpPr>
          <p:cNvPr id="25" name="Text 1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480"/>
                </a:solidFill>
                <a:latin typeface="IBM Plex Sans KR" pitchFamily="34" charset="0"/>
                <a:ea typeface="IBM Plex Sans KR" pitchFamily="34" charset="-122"/>
                <a:cs typeface="IBM Plex Sans KR" pitchFamily="34" charset="-120"/>
              </a:rPr>
              <a:t>SKILL.md 기반 Disassembly Planner · 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5A12"/>
                </a:solidFill>
                <a:latin typeface="IBM Plex Sans KR" pitchFamily="34" charset="0"/>
                <a:ea typeface="IBM Plex Sans KR" pitchFamily="34" charset="-122"/>
                <a:cs typeface="IBM Plex Sans KR" pitchFamily="34" charset="-120"/>
              </a:rPr>
              <a:t>4 · A·B·C 구조와 도입 이유</a:t>
            </a:r>
            <a:endParaRPr lang="en-US" sz="1200" dirty="0"/>
          </a:p>
        </p:txBody>
      </p:sp>
      <p:sp>
        <p:nvSpPr>
          <p:cNvPr id="3" name="Text 1"/>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C2430"/>
                </a:solidFill>
                <a:latin typeface="IBM Plex Sans KR" pitchFamily="34" charset="0"/>
                <a:ea typeface="IBM Plex Sans KR" pitchFamily="34" charset="-122"/>
                <a:cs typeface="IBM Plex Sans KR" pitchFamily="34" charset="-120"/>
              </a:rPr>
              <a:t>두 가지 효과를 따로 재기 위한 세 가지 구조</a:t>
            </a:r>
            <a:endParaRPr lang="en-US" sz="3200" dirty="0"/>
          </a:p>
        </p:txBody>
      </p:sp>
      <p:sp>
        <p:nvSpPr>
          <p:cNvPr id="4" name="Shape 2"/>
          <p:cNvSpPr/>
          <p:nvPr/>
        </p:nvSpPr>
        <p:spPr>
          <a:xfrm>
            <a:off x="815975" y="1776016"/>
            <a:ext cx="3380284" cy="1017240"/>
          </a:xfrm>
          <a:prstGeom prst="roundRect">
            <a:avLst>
              <a:gd name="adj" fmla="val 12173"/>
            </a:avLst>
          </a:prstGeom>
          <a:solidFill>
            <a:srgbClr val="FFFEFB"/>
          </a:solidFill>
          <a:ln w="6350">
            <a:solidFill>
              <a:srgbClr val="DCD8CF"/>
            </a:solidFill>
            <a:prstDash val="solid"/>
          </a:ln>
        </p:spPr>
      </p:sp>
      <p:sp>
        <p:nvSpPr>
          <p:cNvPr id="5" name="Text 3"/>
          <p:cNvSpPr/>
          <p:nvPr/>
        </p:nvSpPr>
        <p:spPr>
          <a:xfrm>
            <a:off x="1022350" y="2056011"/>
            <a:ext cx="375821"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E0912F"/>
                </a:solidFill>
                <a:latin typeface="IBM Plex Sans KR" pitchFamily="34" charset="0"/>
                <a:ea typeface="IBM Plex Sans KR" pitchFamily="34" charset="-122"/>
                <a:cs typeface="IBM Plex Sans KR" pitchFamily="34" charset="-120"/>
              </a:rPr>
              <a:t>A</a:t>
            </a:r>
            <a:endParaRPr lang="en-US" sz="3600" dirty="0"/>
          </a:p>
        </p:txBody>
      </p:sp>
      <p:sp>
        <p:nvSpPr>
          <p:cNvPr id="6" name="Text 4"/>
          <p:cNvSpPr/>
          <p:nvPr/>
        </p:nvSpPr>
        <p:spPr>
          <a:xfrm>
            <a:off x="1487934" y="2047131"/>
            <a:ext cx="2577008"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C2430"/>
                </a:solidFill>
                <a:latin typeface="IBM Plex Sans KR" pitchFamily="34" charset="0"/>
                <a:ea typeface="IBM Plex Sans KR" pitchFamily="34" charset="-122"/>
                <a:cs typeface="IBM Plex Sans KR" pitchFamily="34" charset="-120"/>
              </a:rPr>
              <a:t>LLM이 탐색 코드를 직접 작성</a:t>
            </a:r>
            <a:endParaRPr lang="en-US" sz="1400" dirty="0"/>
          </a:p>
        </p:txBody>
      </p:sp>
      <p:sp>
        <p:nvSpPr>
          <p:cNvPr id="7" name="Text 5"/>
          <p:cNvSpPr/>
          <p:nvPr/>
        </p:nvSpPr>
        <p:spPr>
          <a:xfrm>
            <a:off x="1487934" y="2316361"/>
            <a:ext cx="2577008"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0"/>
                </a:solidFill>
                <a:latin typeface="IBM Plex Sans KR" pitchFamily="34" charset="0"/>
                <a:ea typeface="IBM Plex Sans KR" pitchFamily="34" charset="-122"/>
                <a:cs typeface="IBM Plex Sans KR" pitchFamily="34" charset="-120"/>
              </a:rPr>
              <a:t>SKILL.md 없음 · 기억 없는 기준선</a:t>
            </a:r>
            <a:endParaRPr lang="en-US" sz="1200" dirty="0"/>
          </a:p>
        </p:txBody>
      </p:sp>
      <p:sp>
        <p:nvSpPr>
          <p:cNvPr id="8" name="Shape 6"/>
          <p:cNvSpPr/>
          <p:nvPr/>
        </p:nvSpPr>
        <p:spPr>
          <a:xfrm>
            <a:off x="4405809" y="1776016"/>
            <a:ext cx="3380333" cy="1017240"/>
          </a:xfrm>
          <a:prstGeom prst="roundRect">
            <a:avLst>
              <a:gd name="adj" fmla="val 12173"/>
            </a:avLst>
          </a:prstGeom>
          <a:solidFill>
            <a:srgbClr val="FFFEFB"/>
          </a:solidFill>
          <a:ln w="6350">
            <a:solidFill>
              <a:srgbClr val="DCD8CF"/>
            </a:solidFill>
            <a:prstDash val="solid"/>
          </a:ln>
        </p:spPr>
      </p:sp>
      <p:sp>
        <p:nvSpPr>
          <p:cNvPr id="9" name="Text 7"/>
          <p:cNvSpPr/>
          <p:nvPr/>
        </p:nvSpPr>
        <p:spPr>
          <a:xfrm>
            <a:off x="4612184" y="2056011"/>
            <a:ext cx="365998"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E0912F"/>
                </a:solidFill>
                <a:latin typeface="IBM Plex Sans KR" pitchFamily="34" charset="0"/>
                <a:ea typeface="IBM Plex Sans KR" pitchFamily="34" charset="-122"/>
                <a:cs typeface="IBM Plex Sans KR" pitchFamily="34" charset="-120"/>
              </a:rPr>
              <a:t>B</a:t>
            </a:r>
            <a:endParaRPr lang="en-US" sz="3600" dirty="0"/>
          </a:p>
        </p:txBody>
      </p:sp>
      <p:sp>
        <p:nvSpPr>
          <p:cNvPr id="10" name="Text 8"/>
          <p:cNvSpPr/>
          <p:nvPr/>
        </p:nvSpPr>
        <p:spPr>
          <a:xfrm>
            <a:off x="5069582" y="2047131"/>
            <a:ext cx="2585490"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C2430"/>
                </a:solidFill>
                <a:latin typeface="IBM Plex Sans KR" pitchFamily="34" charset="0"/>
                <a:ea typeface="IBM Plex Sans KR" pitchFamily="34" charset="-122"/>
                <a:cs typeface="IBM Plex Sans KR" pitchFamily="34" charset="-120"/>
              </a:rPr>
              <a:t>LLM이 탐색 코드를 직접 작성</a:t>
            </a:r>
            <a:endParaRPr lang="en-US" sz="1400" dirty="0"/>
          </a:p>
        </p:txBody>
      </p:sp>
      <p:sp>
        <p:nvSpPr>
          <p:cNvPr id="11" name="Text 9"/>
          <p:cNvSpPr/>
          <p:nvPr/>
        </p:nvSpPr>
        <p:spPr>
          <a:xfrm>
            <a:off x="5069582" y="2316361"/>
            <a:ext cx="2585490"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F6E9A"/>
                </a:solidFill>
                <a:latin typeface="IBM Plex Sans KR" pitchFamily="34" charset="0"/>
                <a:ea typeface="IBM Plex Sans KR" pitchFamily="34" charset="-122"/>
                <a:cs typeface="IBM Plex Sans KR" pitchFamily="34" charset="-120"/>
              </a:rPr>
              <a:t>SKILL.md를 먼저 읽고 코드에 반영</a:t>
            </a:r>
            <a:endParaRPr lang="en-US" sz="1200" dirty="0"/>
          </a:p>
        </p:txBody>
      </p:sp>
      <p:sp>
        <p:nvSpPr>
          <p:cNvPr id="12" name="Shape 10"/>
          <p:cNvSpPr/>
          <p:nvPr/>
        </p:nvSpPr>
        <p:spPr>
          <a:xfrm>
            <a:off x="7995692" y="1776016"/>
            <a:ext cx="3380333" cy="1017240"/>
          </a:xfrm>
          <a:prstGeom prst="roundRect">
            <a:avLst>
              <a:gd name="adj" fmla="val 12173"/>
            </a:avLst>
          </a:prstGeom>
          <a:solidFill>
            <a:srgbClr val="FFFEFB"/>
          </a:solidFill>
          <a:ln w="6350">
            <a:solidFill>
              <a:srgbClr val="DCD8CF"/>
            </a:solidFill>
            <a:prstDash val="solid"/>
          </a:ln>
        </p:spPr>
      </p:sp>
      <p:sp>
        <p:nvSpPr>
          <p:cNvPr id="13" name="Text 11"/>
          <p:cNvSpPr/>
          <p:nvPr/>
        </p:nvSpPr>
        <p:spPr>
          <a:xfrm>
            <a:off x="8202067" y="2056011"/>
            <a:ext cx="357188"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E0912F"/>
                </a:solidFill>
                <a:latin typeface="IBM Plex Sans KR" pitchFamily="34" charset="0"/>
                <a:ea typeface="IBM Plex Sans KR" pitchFamily="34" charset="-122"/>
                <a:cs typeface="IBM Plex Sans KR" pitchFamily="34" charset="-120"/>
              </a:rPr>
              <a:t>C</a:t>
            </a:r>
            <a:endParaRPr lang="en-US" sz="3600" dirty="0"/>
          </a:p>
        </p:txBody>
      </p:sp>
      <p:sp>
        <p:nvSpPr>
          <p:cNvPr id="14" name="Text 12"/>
          <p:cNvSpPr/>
          <p:nvPr/>
        </p:nvSpPr>
        <p:spPr>
          <a:xfrm>
            <a:off x="8652123" y="1931591"/>
            <a:ext cx="2593053" cy="48766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C2430"/>
                </a:solidFill>
                <a:latin typeface="IBM Plex Sans KR" pitchFamily="34" charset="0"/>
                <a:ea typeface="IBM Plex Sans KR" pitchFamily="34" charset="-122"/>
                <a:cs typeface="IBM Plex Sans KR" pitchFamily="34" charset="-120"/>
              </a:rPr>
              <a:t>LLM은 후보 순위만, 탐색은 고정 DFS</a:t>
            </a:r>
            <a:endParaRPr lang="en-US" sz="1400" dirty="0"/>
          </a:p>
        </p:txBody>
      </p:sp>
      <p:sp>
        <p:nvSpPr>
          <p:cNvPr id="15" name="Text 13"/>
          <p:cNvSpPr/>
          <p:nvPr/>
        </p:nvSpPr>
        <p:spPr>
          <a:xfrm>
            <a:off x="8652123" y="2431951"/>
            <a:ext cx="2593053"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F6E9A"/>
                </a:solidFill>
                <a:latin typeface="IBM Plex Sans KR" pitchFamily="34" charset="0"/>
                <a:ea typeface="IBM Plex Sans KR" pitchFamily="34" charset="-122"/>
                <a:cs typeface="IBM Plex Sans KR" pitchFamily="34" charset="-120"/>
              </a:rPr>
              <a:t>SKILL.md는 순위를 정할 때 참고</a:t>
            </a:r>
            <a:endParaRPr lang="en-US" sz="1200" dirty="0"/>
          </a:p>
        </p:txBody>
      </p:sp>
      <p:sp>
        <p:nvSpPr>
          <p:cNvPr id="16" name="Shape 14"/>
          <p:cNvSpPr/>
          <p:nvPr/>
        </p:nvSpPr>
        <p:spPr>
          <a:xfrm>
            <a:off x="812800" y="2999631"/>
            <a:ext cx="5181600" cy="2105769"/>
          </a:xfrm>
          <a:prstGeom prst="roundRect">
            <a:avLst>
              <a:gd name="adj" fmla="val 6031"/>
            </a:avLst>
          </a:prstGeom>
          <a:solidFill>
            <a:srgbClr val="1C2430"/>
          </a:solidFill>
          <a:ln/>
        </p:spPr>
      </p:sp>
      <p:sp>
        <p:nvSpPr>
          <p:cNvPr id="17" name="Text 15"/>
          <p:cNvSpPr/>
          <p:nvPr/>
        </p:nvSpPr>
        <p:spPr>
          <a:xfrm>
            <a:off x="1066800" y="3202831"/>
            <a:ext cx="481380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9A54A"/>
                </a:solidFill>
                <a:latin typeface="IBM Plex Sans KR" pitchFamily="34" charset="0"/>
                <a:ea typeface="IBM Plex Sans KR" pitchFamily="34" charset="-122"/>
                <a:cs typeface="IBM Plex Sans KR" pitchFamily="34" charset="-120"/>
              </a:rPr>
              <a:t>A ↔ B 비교</a:t>
            </a:r>
            <a:endParaRPr lang="en-US" sz="1200" dirty="0"/>
          </a:p>
        </p:txBody>
      </p:sp>
      <p:sp>
        <p:nvSpPr>
          <p:cNvPr id="18" name="Text 16"/>
          <p:cNvSpPr/>
          <p:nvPr/>
        </p:nvSpPr>
        <p:spPr>
          <a:xfrm>
            <a:off x="1066800" y="3492351"/>
            <a:ext cx="4813808"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2EFE8"/>
                </a:solidFill>
                <a:latin typeface="IBM Plex Sans KR" pitchFamily="34" charset="0"/>
                <a:ea typeface="IBM Plex Sans KR" pitchFamily="34" charset="-122"/>
                <a:cs typeface="IBM Plex Sans KR" pitchFamily="34" charset="-120"/>
              </a:rPr>
              <a:t>SKILL.md의 효과</a:t>
            </a:r>
            <a:endParaRPr lang="en-US" sz="1800" dirty="0"/>
          </a:p>
        </p:txBody>
      </p:sp>
      <p:sp>
        <p:nvSpPr>
          <p:cNvPr id="19" name="Text 17"/>
          <p:cNvSpPr/>
          <p:nvPr/>
        </p:nvSpPr>
        <p:spPr>
          <a:xfrm>
            <a:off x="1066800" y="3842841"/>
            <a:ext cx="4813808"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C9D2DC"/>
                </a:solidFill>
                <a:latin typeface="IBM Plex Sans KR" pitchFamily="34" charset="0"/>
                <a:ea typeface="IBM Plex Sans KR" pitchFamily="34" charset="-122"/>
                <a:cs typeface="IBM Plex Sans KR" pitchFamily="34" charset="-120"/>
              </a:rPr>
              <a:t>구조는 같고 SKILL.md 유무만 다릅니다. LLM 기반 disassembly planner에 SKILL.md가 있으면 성능이 나아지는가?</a:t>
            </a:r>
            <a:endParaRPr lang="en-US" sz="1300" dirty="0"/>
          </a:p>
        </p:txBody>
      </p:sp>
      <p:sp>
        <p:nvSpPr>
          <p:cNvPr id="20" name="Shape 18"/>
          <p:cNvSpPr/>
          <p:nvPr/>
        </p:nvSpPr>
        <p:spPr>
          <a:xfrm>
            <a:off x="6197600" y="2999631"/>
            <a:ext cx="5181600" cy="2105769"/>
          </a:xfrm>
          <a:prstGeom prst="roundRect">
            <a:avLst>
              <a:gd name="adj" fmla="val 6031"/>
            </a:avLst>
          </a:prstGeom>
          <a:solidFill>
            <a:srgbClr val="1C2430"/>
          </a:solidFill>
          <a:ln/>
        </p:spPr>
      </p:sp>
      <p:sp>
        <p:nvSpPr>
          <p:cNvPr id="21" name="Text 19"/>
          <p:cNvSpPr/>
          <p:nvPr/>
        </p:nvSpPr>
        <p:spPr>
          <a:xfrm>
            <a:off x="6451600" y="3202831"/>
            <a:ext cx="481380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9A54A"/>
                </a:solidFill>
                <a:latin typeface="IBM Plex Sans KR" pitchFamily="34" charset="0"/>
                <a:ea typeface="IBM Plex Sans KR" pitchFamily="34" charset="-122"/>
                <a:cs typeface="IBM Plex Sans KR" pitchFamily="34" charset="-120"/>
              </a:rPr>
              <a:t>B ↔ C 비교</a:t>
            </a:r>
            <a:endParaRPr lang="en-US" sz="1200" dirty="0"/>
          </a:p>
        </p:txBody>
      </p:sp>
      <p:sp>
        <p:nvSpPr>
          <p:cNvPr id="22" name="Text 20"/>
          <p:cNvSpPr/>
          <p:nvPr/>
        </p:nvSpPr>
        <p:spPr>
          <a:xfrm>
            <a:off x="6451600" y="3492351"/>
            <a:ext cx="4813808"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2EFE8"/>
                </a:solidFill>
                <a:latin typeface="IBM Plex Sans KR" pitchFamily="34" charset="0"/>
                <a:ea typeface="IBM Plex Sans KR" pitchFamily="34" charset="-122"/>
                <a:cs typeface="IBM Plex Sans KR" pitchFamily="34" charset="-120"/>
              </a:rPr>
              <a:t>역할 분담의 효과</a:t>
            </a:r>
            <a:endParaRPr lang="en-US" sz="1800" dirty="0"/>
          </a:p>
        </p:txBody>
      </p:sp>
      <p:sp>
        <p:nvSpPr>
          <p:cNvPr id="23" name="Text 21"/>
          <p:cNvSpPr/>
          <p:nvPr/>
        </p:nvSpPr>
        <p:spPr>
          <a:xfrm>
            <a:off x="6451600" y="3842841"/>
            <a:ext cx="4813808" cy="74349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C9D2DC"/>
                </a:solidFill>
                <a:latin typeface="IBM Plex Sans KR" pitchFamily="34" charset="0"/>
                <a:ea typeface="IBM Plex Sans KR" pitchFamily="34" charset="-122"/>
                <a:cs typeface="IBM Plex Sans KR" pitchFamily="34" charset="-120"/>
              </a:rPr>
              <a:t>같은 SKILL.md를 읽습니다. LLM이 탐색까지 모두 맡을 때와, LLM에게 순위 판단만 맡기고 탐색은 고정 알고리즘이 할 때 성능이 어떻게 달라지는가?</a:t>
            </a:r>
            <a:endParaRPr lang="en-US" sz="1300" dirty="0"/>
          </a:p>
        </p:txBody>
      </p:sp>
      <p:sp>
        <p:nvSpPr>
          <p:cNvPr id="24" name="Shape 22"/>
          <p:cNvSpPr/>
          <p:nvPr/>
        </p:nvSpPr>
        <p:spPr>
          <a:xfrm>
            <a:off x="812800" y="5308600"/>
            <a:ext cx="10566400" cy="533400"/>
          </a:xfrm>
          <a:prstGeom prst="roundRect">
            <a:avLst>
              <a:gd name="adj" fmla="val 23810"/>
            </a:avLst>
          </a:prstGeom>
          <a:solidFill>
            <a:srgbClr val="F3E2CC"/>
          </a:solidFill>
          <a:ln/>
        </p:spPr>
      </p:sp>
      <p:pic>
        <p:nvPicPr>
          <p:cNvPr id="25" name="Image 0" descr="Settings">    </p:cNvPr>
          <p:cNvPicPr>
            <a:picLocks noChangeAspect="1"/>
          </p:cNvPicPr>
          <p:nvPr/>
        </p:nvPicPr>
        <p:blipFill>
          <a:blip r:embed="rId1"/>
          <a:srcRect l="0" r="0" t="0" b="0"/>
          <a:stretch/>
        </p:blipFill>
        <p:spPr>
          <a:xfrm>
            <a:off x="1016000" y="5448300"/>
            <a:ext cx="254000" cy="254000"/>
          </a:xfrm>
          <a:prstGeom prst="rect">
            <a:avLst/>
          </a:prstGeom>
        </p:spPr>
      </p:pic>
      <p:sp>
        <p:nvSpPr>
          <p:cNvPr id="26" name="Text 23"/>
          <p:cNvSpPr/>
          <p:nvPr/>
        </p:nvSpPr>
        <p:spPr>
          <a:xfrm>
            <a:off x="1422400" y="5464820"/>
            <a:ext cx="9956800" cy="246360"/>
          </a:xfrm>
          <a:prstGeom prst="rect">
            <a:avLst/>
          </a:prstGeom>
          <a:noFill/>
          <a:ln/>
        </p:spPr>
        <p:txBody>
          <a:bodyPr wrap="square" lIns="0" tIns="0" rIns="0" bIns="0" rtlCol="0" anchor="t">
            <a:normAutofit/>
          </a:bodyPr>
          <a:lstStyle/>
          <a:p>
            <a:pPr algn="l" indent="0" marL="0">
              <a:lnSpc>
                <a:spcPts val="1740"/>
              </a:lnSpc>
              <a:buNone/>
            </a:pPr>
            <a:r>
              <a:rPr lang="en-US" sz="1200" b="1" dirty="0">
                <a:solidFill>
                  <a:srgbClr val="3E4A57"/>
                </a:solidFill>
                <a:latin typeface="IBM Plex Sans KR" pitchFamily="34" charset="0"/>
                <a:ea typeface="IBM Plex Sans KR" pitchFamily="34" charset="-122"/>
                <a:cs typeface="IBM Plex Sans KR" pitchFamily="34" charset="-120"/>
              </a:rPr>
              <a:t>공통 조건</a:t>
            </a:r>
            <a:r>
              <a:rPr lang="en-US" sz="1200" dirty="0">
                <a:solidFill>
                  <a:srgbClr val="3E4A57"/>
                </a:solidFill>
                <a:latin typeface="IBM Plex Sans KR" pitchFamily="34" charset="0"/>
                <a:ea typeface="IBM Plex Sans KR" pitchFamily="34" charset="-122"/>
                <a:cs typeface="IBM Plex Sans KR" pitchFamily="34" charset="-120"/>
              </a:rPr>
              <a:t> 같은 모델(gpt-6-luna, low) · 같은 API · 같은 예산(호출 8, 검사 240, 900초) → 설계상 다른 점은 SKILL.md 유무와 역할 분담뿐입니다</a:t>
            </a:r>
            <a:endParaRPr lang="en-US" sz="1200" dirty="0"/>
          </a:p>
        </p:txBody>
      </p:sp>
      <p:sp>
        <p:nvSpPr>
          <p:cNvPr id="27" name="Text 2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480"/>
                </a:solidFill>
                <a:latin typeface="IBM Plex Sans KR" pitchFamily="34" charset="0"/>
                <a:ea typeface="IBM Plex Sans KR" pitchFamily="34" charset="-122"/>
                <a:cs typeface="IBM Plex Sans KR" pitchFamily="34" charset="-120"/>
              </a:rPr>
              <a:t>SKILL.md 기반 Disassembly Planner · 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5A12"/>
                </a:solidFill>
                <a:latin typeface="IBM Plex Sans KR" pitchFamily="34" charset="0"/>
                <a:ea typeface="IBM Plex Sans KR" pitchFamily="34" charset="-122"/>
                <a:cs typeface="IBM Plex Sans KR" pitchFamily="34" charset="-120"/>
              </a:rPr>
              <a:t>5 · 범용 SKILL.md(S5)를 만드는 방법</a:t>
            </a:r>
            <a:endParaRPr lang="en-US" sz="1200" dirty="0"/>
          </a:p>
        </p:txBody>
      </p:sp>
      <p:sp>
        <p:nvSpPr>
          <p:cNvPr id="3" name="Text 1"/>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C2430"/>
                </a:solidFill>
                <a:latin typeface="IBM Plex Sans KR" pitchFamily="34" charset="0"/>
                <a:ea typeface="IBM Plex Sans KR" pitchFamily="34" charset="-122"/>
                <a:cs typeface="IBM Plex Sans KR" pitchFamily="34" charset="-120"/>
              </a:rPr>
              <a:t>개발 기록의 근거로 쓰고, 모델 없이 실행해 검사한다</a:t>
            </a:r>
            <a:endParaRPr lang="en-US" sz="3200" dirty="0"/>
          </a:p>
        </p:txBody>
      </p:sp>
      <p:sp>
        <p:nvSpPr>
          <p:cNvPr id="4" name="Shape 2"/>
          <p:cNvSpPr/>
          <p:nvPr/>
        </p:nvSpPr>
        <p:spPr>
          <a:xfrm>
            <a:off x="815975" y="1801416"/>
            <a:ext cx="5226050" cy="1344861"/>
          </a:xfrm>
          <a:prstGeom prst="roundRect">
            <a:avLst>
              <a:gd name="adj" fmla="val 7319"/>
            </a:avLst>
          </a:prstGeom>
          <a:solidFill>
            <a:srgbClr val="FFFEFB"/>
          </a:solidFill>
          <a:ln w="6350">
            <a:solidFill>
              <a:srgbClr val="DCD8CF"/>
            </a:solidFill>
            <a:prstDash val="solid"/>
          </a:ln>
        </p:spPr>
      </p:sp>
      <p:sp>
        <p:nvSpPr>
          <p:cNvPr id="5" name="Text 3"/>
          <p:cNvSpPr/>
          <p:nvPr/>
        </p:nvSpPr>
        <p:spPr>
          <a:xfrm>
            <a:off x="996950" y="1944291"/>
            <a:ext cx="5010023"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C2430"/>
                </a:solidFill>
                <a:latin typeface="IBM Plex Sans KR" pitchFamily="34" charset="0"/>
                <a:ea typeface="IBM Plex Sans KR" pitchFamily="34" charset="-122"/>
                <a:cs typeface="IBM Plex Sans KR" pitchFamily="34" charset="-120"/>
              </a:rPr>
              <a:t>① 개발 CAD 5개의 모든 질의를 실제 방향 기준으로 집계</a:t>
            </a:r>
            <a:endParaRPr lang="en-US" sz="1300" dirty="0"/>
          </a:p>
        </p:txBody>
      </p:sp>
      <p:sp>
        <p:nvSpPr>
          <p:cNvPr id="6" name="Text 4"/>
          <p:cNvSpPr/>
          <p:nvPr/>
        </p:nvSpPr>
        <p:spPr>
          <a:xfrm>
            <a:off x="996950" y="2226221"/>
            <a:ext cx="5010023"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C2430"/>
                </a:solidFill>
                <a:latin typeface="IBM Plex Sans KR" pitchFamily="34" charset="0"/>
                <a:ea typeface="IBM Plex Sans KR" pitchFamily="34" charset="-122"/>
                <a:cs typeface="IBM Plex Sans KR" pitchFamily="34" charset="-120"/>
              </a:rPr>
              <a:t>② gpt-6-luna가 근거를 인용해 범용 SKILL.md(S5) 작성</a:t>
            </a:r>
            <a:endParaRPr lang="en-US" sz="1300" dirty="0"/>
          </a:p>
        </p:txBody>
      </p:sp>
      <p:sp>
        <p:nvSpPr>
          <p:cNvPr id="7" name="Text 5"/>
          <p:cNvSpPr/>
          <p:nvPr/>
        </p:nvSpPr>
        <p:spPr>
          <a:xfrm>
            <a:off x="996950" y="2508151"/>
            <a:ext cx="5010023"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C2430"/>
                </a:solidFill>
                <a:latin typeface="IBM Plex Sans KR" pitchFamily="34" charset="0"/>
                <a:ea typeface="IBM Plex Sans KR" pitchFamily="34" charset="-122"/>
                <a:cs typeface="IBM Plex Sans KR" pitchFamily="34" charset="-120"/>
              </a:rPr>
              <a:t>③ 참조 코드를 모델 없이 실제 물리로 실행</a:t>
            </a:r>
            <a:endParaRPr lang="en-US" sz="1300" dirty="0"/>
          </a:p>
        </p:txBody>
      </p:sp>
      <p:sp>
        <p:nvSpPr>
          <p:cNvPr id="8" name="Text 6"/>
          <p:cNvSpPr/>
          <p:nvPr/>
        </p:nvSpPr>
        <p:spPr>
          <a:xfrm>
            <a:off x="996950" y="2790081"/>
            <a:ext cx="501002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6E9A"/>
                </a:solidFill>
                <a:latin typeface="IBM Plex Sans KR" pitchFamily="34" charset="0"/>
                <a:ea typeface="IBM Plex Sans KR" pitchFamily="34" charset="-122"/>
                <a:cs typeface="IBM Plex Sans KR" pitchFamily="34" charset="-120"/>
              </a:rPr>
              <a:t>→ 개발 CAD 5개 중 4개 완전 분해, 규칙 검사 통과</a:t>
            </a:r>
            <a:endParaRPr lang="en-US" sz="1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825500" y="3276451"/>
          <a:ext cx="5219700" cy="1544042"/>
        </p:xfrm>
        <a:graphic>
          <a:graphicData uri="http://schemas.openxmlformats.org/drawingml/2006/table">
            <a:tbl>
              <a:tblPr/>
              <a:tblGrid>
                <a:gridCol w="2714244"/>
                <a:gridCol w="2505456"/>
              </a:tblGrid>
              <a:tr h="332680">
                <a:tc>
                  <a:txBody>
                    <a:bodyPr/>
                    <a:lstStyle/>
                    <a:p>
                      <a:pPr indent="0" marL="0">
                        <a:lnSpc>
                          <a:spcPts val="1680"/>
                        </a:lnSpc>
                        <a:buNone/>
                      </a:pPr>
                      <a:r>
                        <a:rPr lang="en-US" sz="1200" b="1" dirty="0">
                          <a:solidFill>
                            <a:srgbClr val="F2EFE8"/>
                          </a:solidFill>
                          <a:latin typeface="IBM Plex Sans KR" pitchFamily="34" charset="0"/>
                          <a:ea typeface="IBM Plex Sans KR" pitchFamily="34" charset="-122"/>
                          <a:cs typeface="IBM Plex Sans KR" pitchFamily="34" charset="-120"/>
                        </a:rPr>
                        <a:t>개발 기록의 근거</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1A202A"/>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1A202A"/>
                      </a:solidFill>
                      <a:prstDash val="solid"/>
                      <a:round/>
                      <a:headEnd type="none" w="med" len="med"/>
                      <a:tailEnd type="none" w="med" len="med"/>
                    </a:lnB>
                    <a:solidFill>
                      <a:srgbClr val="1C2430"/>
                    </a:solidFill>
                  </a:tcPr>
                </a:tc>
                <a:tc>
                  <a:txBody>
                    <a:bodyPr/>
                    <a:lstStyle/>
                    <a:p>
                      <a:pPr indent="0" marL="0">
                        <a:lnSpc>
                          <a:spcPts val="1680"/>
                        </a:lnSpc>
                        <a:buNone/>
                      </a:pPr>
                      <a:r>
                        <a:rPr lang="en-US" sz="1200" b="1" dirty="0">
                          <a:solidFill>
                            <a:srgbClr val="F2EFE8"/>
                          </a:solidFill>
                          <a:latin typeface="IBM Plex Sans KR" pitchFamily="34" charset="0"/>
                          <a:ea typeface="IBM Plex Sans KR" pitchFamily="34" charset="-122"/>
                          <a:cs typeface="IBM Plex Sans KR" pitchFamily="34" charset="-120"/>
                        </a:rPr>
                        <a:t>S5에 들어간 규칙</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1A202A"/>
                      </a:solidFill>
                      <a:prstDash val="solid"/>
                      <a:round/>
                      <a:headEnd type="none" w="med" len="med"/>
                      <a:tailEnd type="none" w="med" len="med"/>
                    </a:lnL>
                    <a:lnR w="12700" cap="flat" cmpd="sng" algn="ctr">
                      <a:solidFill>
                        <a:srgbClr val="1A202A"/>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1A202A"/>
                      </a:solidFill>
                      <a:prstDash val="solid"/>
                      <a:round/>
                      <a:headEnd type="none" w="med" len="med"/>
                      <a:tailEnd type="none" w="med" len="med"/>
                    </a:lnB>
                    <a:solidFill>
                      <a:srgbClr val="1C2430"/>
                    </a:solidFill>
                  </a:tcPr>
                </a:tc>
              </a:tr>
              <a:tr h="332680">
                <a:tc>
                  <a:txBody>
                    <a:bodyPr/>
                    <a:lstStyle/>
                    <a:p>
                      <a:pPr indent="0" marL="0">
                        <a:lnSpc>
                          <a:spcPts val="1680"/>
                        </a:lnSpc>
                        <a:buNone/>
                      </a:pPr>
                      <a:r>
                        <a:rPr lang="en-US" sz="1200" dirty="0">
                          <a:solidFill>
                            <a:srgbClr val="3E4A57"/>
                          </a:solidFill>
                          <a:latin typeface="IBM Plex Sans KR" pitchFamily="34" charset="0"/>
                          <a:ea typeface="IBM Plex Sans KR" pitchFamily="34" charset="-122"/>
                          <a:cs typeface="IBM Plex Sans KR" pitchFamily="34" charset="-120"/>
                        </a:rPr>
                        <a:t>아래 방향 546회 시도, 성공 0</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1A202A"/>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3E4A57"/>
                          </a:solidFill>
                          <a:latin typeface="IBM Plex Sans KR" pitchFamily="34" charset="0"/>
                          <a:ea typeface="IBM Plex Sans KR" pitchFamily="34" charset="-122"/>
                          <a:cs typeface="IBM Plex Sans KR" pitchFamily="34" charset="-120"/>
                        </a:rPr>
                        <a:t>아래 방향은 처음부터 시도하지 않음</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1A202A"/>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546001">
                <a:tc>
                  <a:txBody>
                    <a:bodyPr/>
                    <a:lstStyle/>
                    <a:p>
                      <a:pPr indent="0" marL="0">
                        <a:lnSpc>
                          <a:spcPts val="1680"/>
                        </a:lnSpc>
                        <a:buNone/>
                      </a:pPr>
                      <a:r>
                        <a:rPr lang="en-US" sz="1200" dirty="0">
                          <a:solidFill>
                            <a:srgbClr val="3E4A57"/>
                          </a:solidFill>
                          <a:latin typeface="IBM Plex Sans KR" pitchFamily="34" charset="0"/>
                          <a:ea typeface="IBM Plex Sans KR" pitchFamily="34" charset="-122"/>
                          <a:cs typeface="IBM Plex Sans KR" pitchFamily="34" charset="-120"/>
                        </a:rPr>
                        <a:t>첫 성공 계열 수용률 23.6%, 다른 계열 11.2%</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BCBC8"/>
                      </a:solidFill>
                      <a:prstDash val="solid"/>
                      <a:round/>
                      <a:headEnd type="none" w="med" len="med"/>
                      <a:tailEnd type="none" w="med" len="med"/>
                    </a:lnB>
                    <a:solidFill>
                      <a:srgbClr val="FFFEFB"/>
                    </a:solidFill>
                  </a:tcPr>
                </a:tc>
                <a:tc>
                  <a:txBody>
                    <a:bodyPr/>
                    <a:lstStyle/>
                    <a:p>
                      <a:pPr indent="0" marL="0">
                        <a:lnSpc>
                          <a:spcPts val="1680"/>
                        </a:lnSpc>
                        <a:buNone/>
                      </a:pPr>
                      <a:r>
                        <a:rPr lang="en-US" sz="1200" dirty="0">
                          <a:solidFill>
                            <a:srgbClr val="3E4A57"/>
                          </a:solidFill>
                          <a:latin typeface="IBM Plex Sans KR" pitchFamily="34" charset="0"/>
                          <a:ea typeface="IBM Plex Sans KR" pitchFamily="34" charset="-122"/>
                          <a:cs typeface="IBM Plex Sans KR" pitchFamily="34" charset="-120"/>
                        </a:rPr>
                        <a:t>위·옆을 시험하고 성공한 계열에 집중</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BCBC8"/>
                      </a:solidFill>
                      <a:prstDash val="solid"/>
                      <a:round/>
                      <a:headEnd type="none" w="med" len="med"/>
                      <a:tailEnd type="none" w="med" len="med"/>
                    </a:lnB>
                    <a:solidFill>
                      <a:srgbClr val="FFFEFB"/>
                    </a:solidFill>
                  </a:tcPr>
                </a:tc>
              </a:tr>
              <a:tr h="332680">
                <a:tc>
                  <a:txBody>
                    <a:bodyPr/>
                    <a:lstStyle/>
                    <a:p>
                      <a:pPr indent="0" marL="0">
                        <a:lnSpc>
                          <a:spcPts val="1680"/>
                        </a:lnSpc>
                        <a:buNone/>
                      </a:pPr>
                      <a:r>
                        <a:rPr lang="en-US" sz="1200" dirty="0">
                          <a:solidFill>
                            <a:srgbClr val="3E4A57"/>
                          </a:solidFill>
                          <a:latin typeface="IBM Plex Sans KR" pitchFamily="34" charset="0"/>
                          <a:ea typeface="IBM Plex Sans KR" pitchFamily="34" charset="-122"/>
                          <a:cs typeface="IBM Plex Sans KR" pitchFamily="34" charset="-120"/>
                        </a:rPr>
                        <a:t>불안정 판정 19.6초, 충돌 거절 2.1초</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3E4A57"/>
                          </a:solidFill>
                          <a:latin typeface="IBM Plex Sans KR" pitchFamily="34" charset="0"/>
                          <a:ea typeface="IBM Plex Sans KR" pitchFamily="34" charset="-122"/>
                          <a:cs typeface="IBM Plex Sans KR" pitchFamily="34" charset="-120"/>
                        </a:rPr>
                        <a:t>불안정 위험이 큰 제거는 뒤로</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bl>
          </a:graphicData>
        </a:graphic>
      </p:graphicFrame>
      <p:sp>
        <p:nvSpPr>
          <p:cNvPr id="10" name="Shape 7"/>
          <p:cNvSpPr/>
          <p:nvPr/>
        </p:nvSpPr>
        <p:spPr>
          <a:xfrm>
            <a:off x="6299200" y="1798241"/>
            <a:ext cx="5080000" cy="3261023"/>
          </a:xfrm>
          <a:prstGeom prst="roundRect">
            <a:avLst>
              <a:gd name="adj" fmla="val 3116"/>
            </a:avLst>
          </a:prstGeom>
          <a:solidFill>
            <a:srgbClr val="1C2430"/>
          </a:solidFill>
          <a:ln/>
        </p:spPr>
      </p:sp>
      <p:sp>
        <p:nvSpPr>
          <p:cNvPr id="11" name="Text 8"/>
          <p:cNvSpPr/>
          <p:nvPr/>
        </p:nvSpPr>
        <p:spPr>
          <a:xfrm>
            <a:off x="6477000" y="1950641"/>
            <a:ext cx="486613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E9BAA"/>
                </a:solidFill>
                <a:latin typeface="JetBrains Mono" pitchFamily="49" charset="0"/>
                <a:ea typeface="JetBrains Mono" pitchFamily="49" charset="-122"/>
                <a:cs typeface="JetBrains Mono" pitchFamily="49" charset="-120"/>
              </a:rPr>
              <a:t>---</a:t>
            </a:r>
            <a:endParaRPr lang="en-US" sz="1200" dirty="0"/>
          </a:p>
        </p:txBody>
      </p:sp>
      <p:sp>
        <p:nvSpPr>
          <p:cNvPr id="12" name="Text 9"/>
          <p:cNvSpPr/>
          <p:nvPr/>
        </p:nvSpPr>
        <p:spPr>
          <a:xfrm>
            <a:off x="6477000" y="2189361"/>
            <a:ext cx="486613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9A54A"/>
                </a:solidFill>
                <a:latin typeface="JetBrains Mono" pitchFamily="49" charset="0"/>
                <a:ea typeface="JetBrains Mono" pitchFamily="49" charset="-122"/>
                <a:cs typeface="JetBrains Mono" pitchFamily="49" charset="-120"/>
              </a:rPr>
              <a:t>name: world-family-disassembly-search</a:t>
            </a:r>
            <a:endParaRPr lang="en-US" sz="1200" dirty="0"/>
          </a:p>
        </p:txBody>
      </p:sp>
      <p:sp>
        <p:nvSpPr>
          <p:cNvPr id="13" name="Text 10"/>
          <p:cNvSpPr/>
          <p:nvPr/>
        </p:nvSpPr>
        <p:spPr>
          <a:xfrm>
            <a:off x="6477000" y="2428081"/>
            <a:ext cx="4866132"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C9D2DC"/>
                </a:solidFill>
                <a:latin typeface="JetBrains Mono" pitchFamily="49" charset="0"/>
                <a:ea typeface="JetBrains Mono" pitchFamily="49" charset="-122"/>
                <a:cs typeface="JetBrains Mono" pitchFamily="49" charset="-120"/>
              </a:rPr>
              <a:t>description: A state-aware search procedure that discovers useful world-direction families …</a:t>
            </a:r>
            <a:endParaRPr lang="en-US" sz="1200" dirty="0"/>
          </a:p>
        </p:txBody>
      </p:sp>
      <p:sp>
        <p:nvSpPr>
          <p:cNvPr id="14" name="Text 11"/>
          <p:cNvSpPr/>
          <p:nvPr/>
        </p:nvSpPr>
        <p:spPr>
          <a:xfrm>
            <a:off x="6477000" y="2864941"/>
            <a:ext cx="486613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E9BAA"/>
                </a:solidFill>
                <a:latin typeface="JetBrains Mono" pitchFamily="49" charset="0"/>
                <a:ea typeface="JetBrains Mono" pitchFamily="49" charset="-122"/>
                <a:cs typeface="JetBrains Mono" pitchFamily="49" charset="-120"/>
              </a:rPr>
              <a:t>---</a:t>
            </a:r>
            <a:endParaRPr lang="en-US" sz="1200" dirty="0"/>
          </a:p>
        </p:txBody>
      </p:sp>
      <p:sp>
        <p:nvSpPr>
          <p:cNvPr id="15" name="Text 12"/>
          <p:cNvSpPr/>
          <p:nvPr/>
        </p:nvSpPr>
        <p:spPr>
          <a:xfrm>
            <a:off x="6477000" y="3103662"/>
            <a:ext cx="486613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9A54A"/>
                </a:solidFill>
                <a:latin typeface="JetBrains Mono" pitchFamily="49" charset="0"/>
                <a:ea typeface="JetBrains Mono" pitchFamily="49" charset="-122"/>
                <a:cs typeface="JetBrains Mono" pitchFamily="49" charset="-120"/>
              </a:rPr>
              <a:t>## Procedure</a:t>
            </a:r>
            <a:endParaRPr lang="en-US" sz="1200" dirty="0"/>
          </a:p>
        </p:txBody>
      </p:sp>
      <p:sp>
        <p:nvSpPr>
          <p:cNvPr id="16" name="Text 13"/>
          <p:cNvSpPr/>
          <p:nvPr/>
        </p:nvSpPr>
        <p:spPr>
          <a:xfrm>
            <a:off x="6477000" y="3342382"/>
            <a:ext cx="4866132"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C9D2DC"/>
                </a:solidFill>
                <a:latin typeface="JetBrains Mono" pitchFamily="49" charset="0"/>
                <a:ea typeface="JetBrains Mono" pitchFamily="49" charset="-122"/>
                <a:cs typeface="JetBrains Mono" pitchFamily="49" charset="-120"/>
              </a:rPr>
              <a:t>3. … Do not begin with down-family actions: … down had zero acceptances in 546 tries.</a:t>
            </a:r>
            <a:endParaRPr lang="en-US" sz="1200" dirty="0"/>
          </a:p>
        </p:txBody>
      </p:sp>
      <p:sp>
        <p:nvSpPr>
          <p:cNvPr id="17" name="Text 14"/>
          <p:cNvSpPr/>
          <p:nvPr/>
        </p:nvSpPr>
        <p:spPr>
          <a:xfrm>
            <a:off x="6477000" y="3779242"/>
            <a:ext cx="4866132"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C9D2DC"/>
                </a:solidFill>
                <a:latin typeface="JetBrains Mono" pitchFamily="49" charset="0"/>
                <a:ea typeface="JetBrains Mono" pitchFamily="49" charset="-122"/>
                <a:cs typeface="JetBrains Mono" pitchFamily="49" charset="-120"/>
              </a:rPr>
              <a:t>4. After the first accepted stable removal, make its world family the leading family …</a:t>
            </a:r>
            <a:endParaRPr lang="en-US" sz="1200" dirty="0"/>
          </a:p>
        </p:txBody>
      </p:sp>
      <p:sp>
        <p:nvSpPr>
          <p:cNvPr id="18" name="Text 15"/>
          <p:cNvSpPr/>
          <p:nvPr/>
        </p:nvSpPr>
        <p:spPr>
          <a:xfrm>
            <a:off x="6477000" y="4216102"/>
            <a:ext cx="486613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9A54A"/>
                </a:solidFill>
                <a:latin typeface="JetBrains Mono" pitchFamily="49" charset="0"/>
                <a:ea typeface="JetBrains Mono" pitchFamily="49" charset="-122"/>
                <a:cs typeface="JetBrains Mono" pitchFamily="49" charset="-120"/>
              </a:rPr>
              <a:t>## Reference implementation</a:t>
            </a:r>
            <a:endParaRPr lang="en-US" sz="1200" dirty="0"/>
          </a:p>
        </p:txBody>
      </p:sp>
      <p:sp>
        <p:nvSpPr>
          <p:cNvPr id="19" name="Text 16"/>
          <p:cNvSpPr/>
          <p:nvPr/>
        </p:nvSpPr>
        <p:spPr>
          <a:xfrm>
            <a:off x="6477000" y="4454823"/>
            <a:ext cx="486613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2DC"/>
                </a:solidFill>
                <a:latin typeface="JetBrains Mono" pitchFamily="49" charset="0"/>
                <a:ea typeface="JetBrains Mono" pitchFamily="49" charset="-122"/>
                <a:cs typeface="JetBrains Mono" pitchFamily="49" charset="-120"/>
              </a:rPr>
              <a:t>z = vec[2]</a:t>
            </a:r>
            <a:endParaRPr lang="en-US" sz="1200" dirty="0"/>
          </a:p>
        </p:txBody>
      </p:sp>
      <p:sp>
        <p:nvSpPr>
          <p:cNvPr id="20" name="Text 17"/>
          <p:cNvSpPr/>
          <p:nvPr/>
        </p:nvSpPr>
        <p:spPr>
          <a:xfrm>
            <a:off x="6477000" y="4693543"/>
            <a:ext cx="486613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2DC"/>
                </a:solidFill>
                <a:latin typeface="JetBrains Mono" pitchFamily="49" charset="0"/>
                <a:ea typeface="JetBrains Mono" pitchFamily="49" charset="-122"/>
                <a:cs typeface="JetBrains Mono" pitchFamily="49" charset="-120"/>
              </a:rPr>
              <a:t>if z &gt; 0.5: family[label] = 'up'</a:t>
            </a:r>
            <a:endParaRPr lang="en-US" sz="1200" dirty="0"/>
          </a:p>
        </p:txBody>
      </p:sp>
      <p:sp>
        <p:nvSpPr>
          <p:cNvPr id="21" name="Text 18"/>
          <p:cNvSpPr/>
          <p:nvPr/>
        </p:nvSpPr>
        <p:spPr>
          <a:xfrm>
            <a:off x="6299200" y="5135463"/>
            <a:ext cx="5232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0"/>
                </a:solidFill>
                <a:latin typeface="IBM Plex Sans KR" pitchFamily="34" charset="0"/>
                <a:ea typeface="IBM Plex Sans KR" pitchFamily="34" charset="-122"/>
                <a:cs typeface="IBM Plex Sans KR" pitchFamily="34" charset="-120"/>
              </a:rPr>
              <a:t>실제 파일 발췌: memory/S5/world-family-disassembly-search/SKILL.md </a:t>
            </a:r>
            <a:endParaRPr lang="en-US" sz="1200" dirty="0"/>
          </a:p>
        </p:txBody>
      </p:sp>
      <p:sp>
        <p:nvSpPr>
          <p:cNvPr id="22" name="Text 1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480"/>
                </a:solidFill>
                <a:latin typeface="IBM Plex Sans KR" pitchFamily="34" charset="0"/>
                <a:ea typeface="IBM Plex Sans KR" pitchFamily="34" charset="-122"/>
                <a:cs typeface="IBM Plex Sans KR" pitchFamily="34" charset="-120"/>
              </a:rPr>
              <a:t>SKILL.md 기반 Disassembly Planner · 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5A12"/>
                </a:solidFill>
                <a:latin typeface="IBM Plex Sans KR" pitchFamily="34" charset="0"/>
                <a:ea typeface="IBM Plex Sans KR" pitchFamily="34" charset="-122"/>
                <a:cs typeface="IBM Plex Sans KR" pitchFamily="34" charset="-120"/>
              </a:rPr>
              <a:t>6 · 조립체별 SKILL.md를 만드는 방법</a:t>
            </a:r>
            <a:endParaRPr lang="en-US" sz="1200" dirty="0"/>
          </a:p>
        </p:txBody>
      </p:sp>
      <p:sp>
        <p:nvSpPr>
          <p:cNvPr id="3" name="Text 1"/>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C2430"/>
                </a:solidFill>
                <a:latin typeface="IBM Plex Sans KR" pitchFamily="34" charset="0"/>
                <a:ea typeface="IBM Plex Sans KR" pitchFamily="34" charset="-122"/>
                <a:cs typeface="IBM Plex Sans KR" pitchFamily="34" charset="-120"/>
              </a:rPr>
              <a:t>1차 시도 기록 → 모델의 설명 + 기록된 제거 순서</a:t>
            </a:r>
            <a:endParaRPr lang="en-US" sz="3200" dirty="0"/>
          </a:p>
        </p:txBody>
      </p:sp>
      <p:sp>
        <p:nvSpPr>
          <p:cNvPr id="4" name="Shape 2"/>
          <p:cNvSpPr/>
          <p:nvPr/>
        </p:nvSpPr>
        <p:spPr>
          <a:xfrm>
            <a:off x="815975" y="1801416"/>
            <a:ext cx="5099050" cy="717500"/>
          </a:xfrm>
          <a:prstGeom prst="roundRect">
            <a:avLst>
              <a:gd name="adj" fmla="val 13718"/>
            </a:avLst>
          </a:prstGeom>
          <a:solidFill>
            <a:srgbClr val="FFFEFB"/>
          </a:solidFill>
          <a:ln w="6350">
            <a:solidFill>
              <a:srgbClr val="DCD8CF"/>
            </a:solidFill>
            <a:prstDash val="solid"/>
          </a:ln>
        </p:spPr>
      </p:sp>
      <p:sp>
        <p:nvSpPr>
          <p:cNvPr id="5" name="Text 3"/>
          <p:cNvSpPr/>
          <p:nvPr/>
        </p:nvSpPr>
        <p:spPr>
          <a:xfrm>
            <a:off x="984250" y="1918891"/>
            <a:ext cx="4905375"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C2430"/>
                </a:solidFill>
                <a:latin typeface="IBM Plex Sans KR" pitchFamily="34" charset="0"/>
                <a:ea typeface="IBM Plex Sans KR" pitchFamily="34" charset="-122"/>
                <a:cs typeface="IBM Plex Sans KR" pitchFamily="34" charset="-120"/>
              </a:rPr>
              <a:t>① 1차 시도</a:t>
            </a:r>
            <a:endParaRPr lang="en-US" sz="1300" dirty="0"/>
          </a:p>
        </p:txBody>
      </p:sp>
      <p:sp>
        <p:nvSpPr>
          <p:cNvPr id="6" name="Text 4"/>
          <p:cNvSpPr/>
          <p:nvPr/>
        </p:nvSpPr>
        <p:spPr>
          <a:xfrm>
            <a:off x="984250" y="2188121"/>
            <a:ext cx="49053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0"/>
                </a:solidFill>
                <a:latin typeface="IBM Plex Sans KR" pitchFamily="34" charset="0"/>
                <a:ea typeface="IBM Plex Sans KR" pitchFamily="34" charset="-122"/>
                <a:cs typeface="IBM Plex Sans KR" pitchFamily="34" charset="-120"/>
              </a:rPr>
              <a:t>A, B·S5, C·S5가 그 조립체를 처음 분해한 기록 (성공·실패 모두)</a:t>
            </a:r>
            <a:endParaRPr lang="en-US" sz="1200" dirty="0"/>
          </a:p>
        </p:txBody>
      </p:sp>
      <p:sp>
        <p:nvSpPr>
          <p:cNvPr id="7" name="Shape 5"/>
          <p:cNvSpPr/>
          <p:nvPr/>
        </p:nvSpPr>
        <p:spPr>
          <a:xfrm>
            <a:off x="815975" y="2614166"/>
            <a:ext cx="5099050" cy="717500"/>
          </a:xfrm>
          <a:prstGeom prst="roundRect">
            <a:avLst>
              <a:gd name="adj" fmla="val 13718"/>
            </a:avLst>
          </a:prstGeom>
          <a:solidFill>
            <a:srgbClr val="FFFEFB"/>
          </a:solidFill>
          <a:ln w="6350">
            <a:solidFill>
              <a:srgbClr val="DCD8CF"/>
            </a:solidFill>
            <a:prstDash val="solid"/>
          </a:ln>
        </p:spPr>
      </p:sp>
      <p:sp>
        <p:nvSpPr>
          <p:cNvPr id="8" name="Text 6"/>
          <p:cNvSpPr/>
          <p:nvPr/>
        </p:nvSpPr>
        <p:spPr>
          <a:xfrm>
            <a:off x="984250" y="2731641"/>
            <a:ext cx="4905375"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C2430"/>
                </a:solidFill>
                <a:latin typeface="IBM Plex Sans KR" pitchFamily="34" charset="0"/>
                <a:ea typeface="IBM Plex Sans KR" pitchFamily="34" charset="-122"/>
                <a:cs typeface="IBM Plex Sans KR" pitchFamily="34" charset="-120"/>
              </a:rPr>
              <a:t>② 모델이 작성</a:t>
            </a:r>
            <a:endParaRPr lang="en-US" sz="1300" dirty="0"/>
          </a:p>
        </p:txBody>
      </p:sp>
      <p:sp>
        <p:nvSpPr>
          <p:cNvPr id="9" name="Text 7"/>
          <p:cNvSpPr/>
          <p:nvPr/>
        </p:nvSpPr>
        <p:spPr>
          <a:xfrm>
            <a:off x="984250" y="3000871"/>
            <a:ext cx="49053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0"/>
                </a:solidFill>
                <a:latin typeface="IBM Plex Sans KR" pitchFamily="34" charset="0"/>
                <a:ea typeface="IBM Plex Sans KR" pitchFamily="34" charset="-122"/>
                <a:cs typeface="IBM Plex Sans KR" pitchFamily="34" charset="-120"/>
              </a:rPr>
              <a:t>gpt-6-luna가 기록 3개만 읽고 막힌 부품, 낭비 지점, 다음 전략을 씀</a:t>
            </a:r>
            <a:endParaRPr lang="en-US" sz="1200" dirty="0"/>
          </a:p>
        </p:txBody>
      </p:sp>
      <p:sp>
        <p:nvSpPr>
          <p:cNvPr id="10" name="Shape 8"/>
          <p:cNvSpPr/>
          <p:nvPr/>
        </p:nvSpPr>
        <p:spPr>
          <a:xfrm>
            <a:off x="815975" y="3426916"/>
            <a:ext cx="5099050" cy="930821"/>
          </a:xfrm>
          <a:prstGeom prst="roundRect">
            <a:avLst>
              <a:gd name="adj" fmla="val 10574"/>
            </a:avLst>
          </a:prstGeom>
          <a:solidFill>
            <a:srgbClr val="FFFEFB"/>
          </a:solidFill>
          <a:ln w="6350">
            <a:solidFill>
              <a:srgbClr val="DCD8CF"/>
            </a:solidFill>
            <a:prstDash val="solid"/>
          </a:ln>
        </p:spPr>
      </p:sp>
      <p:sp>
        <p:nvSpPr>
          <p:cNvPr id="11" name="Text 9"/>
          <p:cNvSpPr/>
          <p:nvPr/>
        </p:nvSpPr>
        <p:spPr>
          <a:xfrm>
            <a:off x="984250" y="3544391"/>
            <a:ext cx="4905375"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C2430"/>
                </a:solidFill>
                <a:latin typeface="IBM Plex Sans KR" pitchFamily="34" charset="0"/>
                <a:ea typeface="IBM Plex Sans KR" pitchFamily="34" charset="-122"/>
                <a:cs typeface="IBM Plex Sans KR" pitchFamily="34" charset="-120"/>
              </a:rPr>
              <a:t>③ host가 경로 첨부</a:t>
            </a:r>
            <a:endParaRPr lang="en-US" sz="1300" dirty="0"/>
          </a:p>
        </p:txBody>
      </p:sp>
      <p:sp>
        <p:nvSpPr>
          <p:cNvPr id="12" name="Text 10"/>
          <p:cNvSpPr/>
          <p:nvPr/>
        </p:nvSpPr>
        <p:spPr>
          <a:xfrm>
            <a:off x="984250" y="3813621"/>
            <a:ext cx="490537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0"/>
                </a:solidFill>
                <a:latin typeface="IBM Plex Sans KR" pitchFamily="34" charset="0"/>
                <a:ea typeface="IBM Plex Sans KR" pitchFamily="34" charset="-122"/>
                <a:cs typeface="IBM Plex Sans KR" pitchFamily="34" charset="-120"/>
              </a:rPr>
              <a:t>가장 완전한 경로를 기록에서 그대로 붙임 (성공 중 검사가 가장 적은 경로, 성공이 없으면 가장 긴 부분 경로)</a:t>
            </a:r>
            <a:endParaRPr lang="en-US" sz="1200" dirty="0"/>
          </a:p>
        </p:txBody>
      </p:sp>
      <p:sp>
        <p:nvSpPr>
          <p:cNvPr id="13" name="Shape 11"/>
          <p:cNvSpPr/>
          <p:nvPr/>
        </p:nvSpPr>
        <p:spPr>
          <a:xfrm>
            <a:off x="812800" y="4449812"/>
            <a:ext cx="5105400" cy="711150"/>
          </a:xfrm>
          <a:prstGeom prst="roundRect">
            <a:avLst>
              <a:gd name="adj" fmla="val 14287"/>
            </a:avLst>
          </a:prstGeom>
          <a:solidFill>
            <a:srgbClr val="1C2430"/>
          </a:solidFill>
          <a:ln/>
        </p:spPr>
      </p:sp>
      <p:sp>
        <p:nvSpPr>
          <p:cNvPr id="14" name="Text 12"/>
          <p:cNvSpPr/>
          <p:nvPr/>
        </p:nvSpPr>
        <p:spPr>
          <a:xfrm>
            <a:off x="977900" y="4564112"/>
            <a:ext cx="4918456"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2EFE8"/>
                </a:solidFill>
                <a:latin typeface="IBM Plex Sans KR" pitchFamily="34" charset="0"/>
                <a:ea typeface="IBM Plex Sans KR" pitchFamily="34" charset="-122"/>
                <a:cs typeface="IBM Plex Sans KR" pitchFamily="34" charset="-120"/>
              </a:rPr>
              <a:t>④ 사용 규칙</a:t>
            </a:r>
            <a:endParaRPr lang="en-US" sz="1300" dirty="0"/>
          </a:p>
        </p:txBody>
      </p:sp>
      <p:sp>
        <p:nvSpPr>
          <p:cNvPr id="15" name="Text 13"/>
          <p:cNvSpPr/>
          <p:nvPr/>
        </p:nvSpPr>
        <p:spPr>
          <a:xfrm>
            <a:off x="977900" y="4833342"/>
            <a:ext cx="491845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2DC"/>
                </a:solidFill>
                <a:latin typeface="IBM Plex Sans KR" pitchFamily="34" charset="0"/>
                <a:ea typeface="IBM Plex Sans KR" pitchFamily="34" charset="-122"/>
                <a:cs typeface="IBM Plex Sans KR" pitchFamily="34" charset="-120"/>
              </a:rPr>
              <a:t>같은 조립체의 조립체별 SKILL.md가 있으면 기록된 순서를 먼저 시도</a:t>
            </a:r>
            <a:endParaRPr lang="en-US" sz="1200" dirty="0"/>
          </a:p>
        </p:txBody>
      </p:sp>
      <p:sp>
        <p:nvSpPr>
          <p:cNvPr id="16" name="Shape 14"/>
          <p:cNvSpPr/>
          <p:nvPr/>
        </p:nvSpPr>
        <p:spPr>
          <a:xfrm>
            <a:off x="6172200" y="1798241"/>
            <a:ext cx="5207000" cy="3261023"/>
          </a:xfrm>
          <a:prstGeom prst="roundRect">
            <a:avLst>
              <a:gd name="adj" fmla="val 3116"/>
            </a:avLst>
          </a:prstGeom>
          <a:solidFill>
            <a:srgbClr val="1C2430"/>
          </a:solidFill>
          <a:ln/>
        </p:spPr>
      </p:sp>
      <p:sp>
        <p:nvSpPr>
          <p:cNvPr id="17" name="Text 15"/>
          <p:cNvSpPr/>
          <p:nvPr/>
        </p:nvSpPr>
        <p:spPr>
          <a:xfrm>
            <a:off x="6350000" y="1950641"/>
            <a:ext cx="499694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9A54A"/>
                </a:solidFill>
                <a:latin typeface="JetBrains Mono" pitchFamily="49" charset="0"/>
                <a:ea typeface="JetBrains Mono" pitchFamily="49" charset="-122"/>
                <a:cs typeface="JetBrains Mono" pitchFamily="49" charset="-120"/>
              </a:rPr>
              <a:t>name: assembly-note-recorded-path-8c0e</a:t>
            </a:r>
            <a:endParaRPr lang="en-US" sz="1200" dirty="0"/>
          </a:p>
        </p:txBody>
      </p:sp>
      <p:sp>
        <p:nvSpPr>
          <p:cNvPr id="18" name="Text 16"/>
          <p:cNvSpPr/>
          <p:nvPr/>
        </p:nvSpPr>
        <p:spPr>
          <a:xfrm>
            <a:off x="6350000" y="2189361"/>
            <a:ext cx="499694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9A54A"/>
                </a:solidFill>
                <a:latin typeface="JetBrains Mono" pitchFamily="49" charset="0"/>
                <a:ea typeface="JetBrains Mono" pitchFamily="49" charset="-122"/>
                <a:cs typeface="JetBrains Mono" pitchFamily="49" charset="-120"/>
              </a:rPr>
              <a:t>## Procedure</a:t>
            </a:r>
            <a:endParaRPr lang="en-US" sz="1200" dirty="0"/>
          </a:p>
        </p:txBody>
      </p:sp>
      <p:sp>
        <p:nvSpPr>
          <p:cNvPr id="19" name="Text 17"/>
          <p:cNvSpPr/>
          <p:nvPr/>
        </p:nvSpPr>
        <p:spPr>
          <a:xfrm>
            <a:off x="6350000" y="2428081"/>
            <a:ext cx="4996942"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C9D2DC"/>
                </a:solidFill>
                <a:latin typeface="JetBrains Mono" pitchFamily="49" charset="0"/>
                <a:ea typeface="JetBrains Mono" pitchFamily="49" charset="-122"/>
                <a:cs typeface="JetBrains Mono" pitchFamily="49" charset="-120"/>
              </a:rPr>
              <a:t>Start with the appended Recorded sequence and try its steps in order. …</a:t>
            </a:r>
            <a:endParaRPr lang="en-US" sz="1200" dirty="0"/>
          </a:p>
        </p:txBody>
      </p:sp>
      <p:sp>
        <p:nvSpPr>
          <p:cNvPr id="20" name="Text 18"/>
          <p:cNvSpPr/>
          <p:nvPr/>
        </p:nvSpPr>
        <p:spPr>
          <a:xfrm>
            <a:off x="6350000" y="2864941"/>
            <a:ext cx="4996942"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C9D2DC"/>
                </a:solidFill>
                <a:latin typeface="JetBrains Mono" pitchFamily="49" charset="0"/>
                <a:ea typeface="JetBrains Mono" pitchFamily="49" charset="-122"/>
                <a:cs typeface="JetBrains Mono" pitchFamily="49" charset="-120"/>
              </a:rPr>
              <a:t>If a step is rejected, … re-check the current assembly state …</a:t>
            </a:r>
            <a:endParaRPr lang="en-US" sz="1200" dirty="0"/>
          </a:p>
        </p:txBody>
      </p:sp>
      <p:sp>
        <p:nvSpPr>
          <p:cNvPr id="21" name="Text 19"/>
          <p:cNvSpPr/>
          <p:nvPr/>
        </p:nvSpPr>
        <p:spPr>
          <a:xfrm>
            <a:off x="6350000" y="3301802"/>
            <a:ext cx="499694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9A54A"/>
                </a:solidFill>
                <a:latin typeface="JetBrains Mono" pitchFamily="49" charset="0"/>
                <a:ea typeface="JetBrains Mono" pitchFamily="49" charset="-122"/>
                <a:cs typeface="JetBrains Mono" pitchFamily="49" charset="-120"/>
              </a:rPr>
              <a:t>## Recorded sequence</a:t>
            </a:r>
            <a:endParaRPr lang="en-US" sz="1200" dirty="0"/>
          </a:p>
        </p:txBody>
      </p:sp>
      <p:sp>
        <p:nvSpPr>
          <p:cNvPr id="22" name="Text 20"/>
          <p:cNvSpPr/>
          <p:nvPr/>
        </p:nvSpPr>
        <p:spPr>
          <a:xfrm>
            <a:off x="6350000" y="3540522"/>
            <a:ext cx="4996942"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8E9BAA"/>
                </a:solidFill>
                <a:latin typeface="JetBrains Mono" pitchFamily="49" charset="0"/>
                <a:ea typeface="JetBrains Mono" pitchFamily="49" charset="-122"/>
                <a:cs typeface="JetBrains Mono" pitchFamily="49" charset="-120"/>
              </a:rPr>
              <a:t>Source: first-attempt condition B, complete success, 8 of 8 required removals …</a:t>
            </a:r>
            <a:endParaRPr lang="en-US" sz="1200" dirty="0"/>
          </a:p>
        </p:txBody>
      </p:sp>
      <p:sp>
        <p:nvSpPr>
          <p:cNvPr id="23" name="Text 21"/>
          <p:cNvSpPr/>
          <p:nvPr/>
        </p:nvSpPr>
        <p:spPr>
          <a:xfrm>
            <a:off x="6350000" y="3977382"/>
            <a:ext cx="499694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2DC"/>
                </a:solidFill>
                <a:latin typeface="JetBrains Mono" pitchFamily="49" charset="0"/>
                <a:ea typeface="JetBrains Mono" pitchFamily="49" charset="-122"/>
                <a:cs typeface="JetBrains Mono" pitchFamily="49" charset="-120"/>
              </a:rPr>
              <a:t>1. part 1 direction -y (world [-0.16, 0.0, 0.987])</a:t>
            </a:r>
            <a:endParaRPr lang="en-US" sz="1200" dirty="0"/>
          </a:p>
        </p:txBody>
      </p:sp>
      <p:sp>
        <p:nvSpPr>
          <p:cNvPr id="24" name="Text 22"/>
          <p:cNvSpPr/>
          <p:nvPr/>
        </p:nvSpPr>
        <p:spPr>
          <a:xfrm>
            <a:off x="6350000" y="4216102"/>
            <a:ext cx="499694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2DC"/>
                </a:solidFill>
                <a:latin typeface="JetBrains Mono" pitchFamily="49" charset="0"/>
                <a:ea typeface="JetBrains Mono" pitchFamily="49" charset="-122"/>
                <a:cs typeface="JetBrains Mono" pitchFamily="49" charset="-120"/>
              </a:rPr>
              <a:t>2. part 2 direction -y (world [-0.16, 0.0, 0.987])</a:t>
            </a:r>
            <a:endParaRPr lang="en-US" sz="1200" dirty="0"/>
          </a:p>
        </p:txBody>
      </p:sp>
      <p:sp>
        <p:nvSpPr>
          <p:cNvPr id="25" name="Text 23"/>
          <p:cNvSpPr/>
          <p:nvPr/>
        </p:nvSpPr>
        <p:spPr>
          <a:xfrm>
            <a:off x="6350000" y="4454823"/>
            <a:ext cx="499694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E9BAA"/>
                </a:solidFill>
                <a:latin typeface="JetBrains Mono" pitchFamily="49" charset="0"/>
                <a:ea typeface="JetBrains Mono" pitchFamily="49" charset="-122"/>
                <a:cs typeface="JetBrains Mono" pitchFamily="49" charset="-120"/>
              </a:rPr>
              <a:t>… 7. part 0 direction -y</a:t>
            </a:r>
            <a:endParaRPr lang="en-US" sz="1200" dirty="0"/>
          </a:p>
        </p:txBody>
      </p:sp>
      <p:sp>
        <p:nvSpPr>
          <p:cNvPr id="26" name="Text 24"/>
          <p:cNvSpPr/>
          <p:nvPr/>
        </p:nvSpPr>
        <p:spPr>
          <a:xfrm>
            <a:off x="6350000" y="4693543"/>
            <a:ext cx="499694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2DC"/>
                </a:solidFill>
                <a:latin typeface="JetBrains Mono" pitchFamily="49" charset="0"/>
                <a:ea typeface="JetBrains Mono" pitchFamily="49" charset="-122"/>
                <a:cs typeface="JetBrains Mono" pitchFamily="49" charset="-120"/>
              </a:rPr>
              <a:t>8. part 4 direction +x (world [0.987, 0.0, 0.16])</a:t>
            </a:r>
            <a:endParaRPr lang="en-US" sz="1200" dirty="0"/>
          </a:p>
        </p:txBody>
      </p:sp>
      <p:sp>
        <p:nvSpPr>
          <p:cNvPr id="27" name="Text 25"/>
          <p:cNvSpPr/>
          <p:nvPr/>
        </p:nvSpPr>
        <p:spPr>
          <a:xfrm>
            <a:off x="6172200" y="5135463"/>
            <a:ext cx="536321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0"/>
                </a:solidFill>
                <a:latin typeface="IBM Plex Sans KR" pitchFamily="34" charset="0"/>
                <a:ea typeface="IBM Plex Sans KR" pitchFamily="34" charset="-122"/>
                <a:cs typeface="IBM Plex Sans KR" pitchFamily="34" charset="-120"/>
              </a:rPr>
              <a:t>실제 파일 발췌: 평가 CAD 03937의 조립체별 SKILL.md (S5 분기, 일부 생략). 붙은 경로는 1차 중 검사가 가장 적었던 B·S5(19회)의 것</a:t>
            </a:r>
            <a:endParaRPr lang="en-US" sz="1200" dirty="0"/>
          </a:p>
        </p:txBody>
      </p:sp>
      <p:sp>
        <p:nvSpPr>
          <p:cNvPr id="28" name="Text 2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480"/>
                </a:solidFill>
                <a:latin typeface="IBM Plex Sans KR" pitchFamily="34" charset="0"/>
                <a:ea typeface="IBM Plex Sans KR" pitchFamily="34" charset="-122"/>
                <a:cs typeface="IBM Plex Sans KR" pitchFamily="34" charset="-120"/>
              </a:rPr>
              <a:t>SKILL.md 기반 Disassembly Planner · 7 · 03937은 라벨 -y가 실제로는 위쪽 (world z = 0.987)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5A12"/>
                </a:solidFill>
                <a:latin typeface="IBM Plex Sans KR" pitchFamily="34" charset="0"/>
                <a:ea typeface="IBM Plex Sans KR" pitchFamily="34" charset="-122"/>
                <a:cs typeface="IBM Plex Sans KR" pitchFamily="34" charset="-120"/>
              </a:rPr>
              <a:t>7 · 실험 환경과 평가 설계</a:t>
            </a:r>
            <a:endParaRPr lang="en-US" sz="1200" dirty="0"/>
          </a:p>
        </p:txBody>
      </p:sp>
      <p:sp>
        <p:nvSpPr>
          <p:cNvPr id="3" name="Text 1"/>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C2430"/>
                </a:solidFill>
                <a:latin typeface="IBM Plex Sans KR" pitchFamily="34" charset="0"/>
                <a:ea typeface="IBM Plex Sans KR" pitchFamily="34" charset="-122"/>
                <a:cs typeface="IBM Plex Sans KR" pitchFamily="34" charset="-120"/>
              </a:rPr>
              <a:t>같은 조건에서, 미리 정한 대로, 한 번만</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34741"/>
          <a:ext cx="10553700" cy="1996083"/>
        </p:xfrm>
        <a:graphic>
          <a:graphicData uri="http://schemas.openxmlformats.org/drawingml/2006/table">
            <a:tbl>
              <a:tblPr/>
              <a:tblGrid>
                <a:gridCol w="1688592"/>
                <a:gridCol w="8865108"/>
              </a:tblGrid>
              <a:tr h="332680">
                <a:tc>
                  <a:txBody>
                    <a:bodyPr/>
                    <a:lstStyle/>
                    <a:p>
                      <a:pPr indent="0" marL="0">
                        <a:lnSpc>
                          <a:spcPts val="1680"/>
                        </a:lnSpc>
                        <a:buNone/>
                      </a:pPr>
                      <a:r>
                        <a:rPr lang="en-US" sz="1200" b="1" dirty="0">
                          <a:solidFill>
                            <a:srgbClr val="F2EFE8"/>
                          </a:solidFill>
                          <a:latin typeface="IBM Plex Sans KR" pitchFamily="34" charset="0"/>
                          <a:ea typeface="IBM Plex Sans KR" pitchFamily="34" charset="-122"/>
                          <a:cs typeface="IBM Plex Sans KR" pitchFamily="34" charset="-120"/>
                        </a:rPr>
                        <a:t>항목</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1A202A"/>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1A202A"/>
                      </a:solidFill>
                      <a:prstDash val="solid"/>
                      <a:round/>
                      <a:headEnd type="none" w="med" len="med"/>
                      <a:tailEnd type="none" w="med" len="med"/>
                    </a:lnB>
                    <a:solidFill>
                      <a:srgbClr val="1C2430"/>
                    </a:solidFill>
                  </a:tcPr>
                </a:tc>
                <a:tc>
                  <a:txBody>
                    <a:bodyPr/>
                    <a:lstStyle/>
                    <a:p>
                      <a:pPr indent="0" marL="0">
                        <a:lnSpc>
                          <a:spcPts val="1680"/>
                        </a:lnSpc>
                        <a:buNone/>
                      </a:pPr>
                      <a:r>
                        <a:rPr lang="en-US" sz="1200" b="1" dirty="0">
                          <a:solidFill>
                            <a:srgbClr val="F2EFE8"/>
                          </a:solidFill>
                          <a:latin typeface="IBM Plex Sans KR" pitchFamily="34" charset="0"/>
                          <a:ea typeface="IBM Plex Sans KR" pitchFamily="34" charset="-122"/>
                          <a:cs typeface="IBM Plex Sans KR" pitchFamily="34" charset="-120"/>
                        </a:rPr>
                        <a:t>설정</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1A202A"/>
                      </a:solidFill>
                      <a:prstDash val="solid"/>
                      <a:round/>
                      <a:headEnd type="none" w="med" len="med"/>
                      <a:tailEnd type="none" w="med" len="med"/>
                    </a:lnL>
                    <a:lnR w="12700" cap="flat" cmpd="sng" algn="ctr">
                      <a:solidFill>
                        <a:srgbClr val="1A202A"/>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1A202A"/>
                      </a:solidFill>
                      <a:prstDash val="solid"/>
                      <a:round/>
                      <a:headEnd type="none" w="med" len="med"/>
                      <a:tailEnd type="none" w="med" len="med"/>
                    </a:lnB>
                    <a:solidFill>
                      <a:srgbClr val="1C2430"/>
                    </a:solidFill>
                  </a:tcPr>
                </a:tc>
              </a:tr>
              <a:tr h="332680">
                <a:tc>
                  <a:txBody>
                    <a:bodyPr/>
                    <a:lstStyle/>
                    <a:p>
                      <a:pPr indent="0" marL="0">
                        <a:lnSpc>
                          <a:spcPts val="1680"/>
                        </a:lnSpc>
                        <a:buNone/>
                      </a:pPr>
                      <a:r>
                        <a:rPr lang="en-US" sz="1200" dirty="0">
                          <a:solidFill>
                            <a:srgbClr val="3E4A57"/>
                          </a:solidFill>
                          <a:latin typeface="IBM Plex Sans KR" pitchFamily="34" charset="0"/>
                          <a:ea typeface="IBM Plex Sans KR" pitchFamily="34" charset="-122"/>
                          <a:cs typeface="IBM Plex Sans KR" pitchFamily="34" charset="-120"/>
                        </a:rPr>
                        <a:t>평가 모델</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1A202A"/>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3E4A57"/>
                          </a:solidFill>
                          <a:latin typeface="IBM Plex Sans KR" pitchFamily="34" charset="0"/>
                          <a:ea typeface="IBM Plex Sans KR" pitchFamily="34" charset="-122"/>
                          <a:cs typeface="IBM Plex Sans KR" pitchFamily="34" charset="-120"/>
                        </a:rPr>
                        <a:t>gpt-6-luna (reasoning low), A·B·C 모두 동일. 모델 가중치는 학습하지 않음</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1A202A"/>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32680">
                <a:tc>
                  <a:txBody>
                    <a:bodyPr/>
                    <a:lstStyle/>
                    <a:p>
                      <a:pPr indent="0" marL="0">
                        <a:lnSpc>
                          <a:spcPts val="1680"/>
                        </a:lnSpc>
                        <a:buNone/>
                      </a:pPr>
                      <a:r>
                        <a:rPr lang="en-US" sz="1200" dirty="0">
                          <a:solidFill>
                            <a:srgbClr val="3E4A57"/>
                          </a:solidFill>
                          <a:latin typeface="IBM Plex Sans KR" pitchFamily="34" charset="0"/>
                          <a:ea typeface="IBM Plex Sans KR" pitchFamily="34" charset="-122"/>
                          <a:cs typeface="IBM Plex Sans KR" pitchFamily="34" charset="-120"/>
                        </a:rPr>
                        <a:t>예산</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BCBC8"/>
                      </a:solidFill>
                      <a:prstDash val="solid"/>
                      <a:round/>
                      <a:headEnd type="none" w="med" len="med"/>
                      <a:tailEnd type="none" w="med" len="med"/>
                    </a:lnB>
                    <a:solidFill>
                      <a:srgbClr val="FFFEFB"/>
                    </a:solidFill>
                  </a:tcPr>
                </a:tc>
                <a:tc>
                  <a:txBody>
                    <a:bodyPr/>
                    <a:lstStyle/>
                    <a:p>
                      <a:pPr indent="0" marL="0">
                        <a:lnSpc>
                          <a:spcPts val="1680"/>
                        </a:lnSpc>
                        <a:buNone/>
                      </a:pPr>
                      <a:r>
                        <a:rPr lang="en-US" sz="1200" dirty="0">
                          <a:solidFill>
                            <a:srgbClr val="3E4A57"/>
                          </a:solidFill>
                          <a:latin typeface="IBM Plex Sans KR" pitchFamily="34" charset="0"/>
                          <a:ea typeface="IBM Plex Sans KR" pitchFamily="34" charset="-122"/>
                          <a:cs typeface="IBM Plex Sans KR" pitchFamily="34" charset="-120"/>
                        </a:rPr>
                        <a:t>에피소드마다 모델 호출 8회 · 물리 검사 240회 · 900초 · 메모리 8 GiB</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BCBC8"/>
                      </a:solidFill>
                      <a:prstDash val="solid"/>
                      <a:round/>
                      <a:headEnd type="none" w="med" len="med"/>
                      <a:tailEnd type="none" w="med" len="med"/>
                    </a:lnB>
                    <a:solidFill>
                      <a:srgbClr val="FFFEFB"/>
                    </a:solidFill>
                  </a:tcPr>
                </a:tc>
              </a:tr>
              <a:tr h="332680">
                <a:tc>
                  <a:txBody>
                    <a:bodyPr/>
                    <a:lstStyle/>
                    <a:p>
                      <a:pPr indent="0" marL="0">
                        <a:lnSpc>
                          <a:spcPts val="1680"/>
                        </a:lnSpc>
                        <a:buNone/>
                      </a:pPr>
                      <a:r>
                        <a:rPr lang="en-US" sz="1200" dirty="0">
                          <a:solidFill>
                            <a:srgbClr val="3E4A57"/>
                          </a:solidFill>
                          <a:latin typeface="IBM Plex Sans KR" pitchFamily="34" charset="0"/>
                          <a:ea typeface="IBM Plex Sans KR" pitchFamily="34" charset="-122"/>
                          <a:cs typeface="IBM Plex Sans KR" pitchFamily="34" charset="-120"/>
                        </a:rPr>
                        <a:t>개발 CAD</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3E4A57"/>
                          </a:solidFill>
                          <a:latin typeface="IBM Plex Sans KR" pitchFamily="34" charset="0"/>
                          <a:ea typeface="IBM Plex Sans KR" pitchFamily="34" charset="-122"/>
                          <a:cs typeface="IBM Plex Sans KR" pitchFamily="34" charset="-120"/>
                        </a:rPr>
                        <a:t>9개: 범용 SKILL.md 작성용 5개와 승인 검증용 4개를 서로 분리</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32680">
                <a:tc>
                  <a:txBody>
                    <a:bodyPr/>
                    <a:lstStyle/>
                    <a:p>
                      <a:pPr indent="0" marL="0">
                        <a:lnSpc>
                          <a:spcPts val="1680"/>
                        </a:lnSpc>
                        <a:buNone/>
                      </a:pPr>
                      <a:r>
                        <a:rPr lang="en-US" sz="1200" dirty="0">
                          <a:solidFill>
                            <a:srgbClr val="3E4A57"/>
                          </a:solidFill>
                          <a:latin typeface="IBM Plex Sans KR" pitchFamily="34" charset="0"/>
                          <a:ea typeface="IBM Plex Sans KR" pitchFamily="34" charset="-122"/>
                          <a:cs typeface="IBM Plex Sans KR" pitchFamily="34" charset="-120"/>
                        </a:rPr>
                        <a:t>평가 CAD</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BCBC8"/>
                      </a:solidFill>
                      <a:prstDash val="solid"/>
                      <a:round/>
                      <a:headEnd type="none" w="med" len="med"/>
                      <a:tailEnd type="none" w="med" len="med"/>
                    </a:lnB>
                    <a:solidFill>
                      <a:srgbClr val="FFFEFB"/>
                    </a:solidFill>
                  </a:tcPr>
                </a:tc>
                <a:tc>
                  <a:txBody>
                    <a:bodyPr/>
                    <a:lstStyle/>
                    <a:p>
                      <a:pPr indent="0" marL="0">
                        <a:lnSpc>
                          <a:spcPts val="1680"/>
                        </a:lnSpc>
                        <a:buNone/>
                      </a:pPr>
                      <a:r>
                        <a:rPr lang="en-US" sz="1200" dirty="0">
                          <a:solidFill>
                            <a:srgbClr val="3E4A57"/>
                          </a:solidFill>
                          <a:latin typeface="IBM Plex Sans KR" pitchFamily="34" charset="0"/>
                          <a:ea typeface="IBM Plex Sans KR" pitchFamily="34" charset="-122"/>
                          <a:cs typeface="IBM Plex Sans KR" pitchFamily="34" charset="-120"/>
                        </a:rPr>
                        <a:t>한 번도 쓰지 않은 ASAP 제품 4개 (후보 92개를 고정 순서로 심사해 완전 분해 가능한 첫 4개)</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BCBC8"/>
                      </a:solidFill>
                      <a:prstDash val="solid"/>
                      <a:round/>
                      <a:headEnd type="none" w="med" len="med"/>
                      <a:tailEnd type="none" w="med" len="med"/>
                    </a:lnB>
                    <a:solidFill>
                      <a:srgbClr val="FFFEFB"/>
                    </a:solidFill>
                  </a:tcPr>
                </a:tc>
              </a:tr>
              <a:tr h="332680">
                <a:tc>
                  <a:txBody>
                    <a:bodyPr/>
                    <a:lstStyle/>
                    <a:p>
                      <a:pPr indent="0" marL="0">
                        <a:lnSpc>
                          <a:spcPts val="1680"/>
                        </a:lnSpc>
                        <a:buNone/>
                      </a:pPr>
                      <a:r>
                        <a:rPr lang="en-US" sz="1200" dirty="0">
                          <a:solidFill>
                            <a:srgbClr val="3E4A57"/>
                          </a:solidFill>
                          <a:latin typeface="IBM Plex Sans KR" pitchFamily="34" charset="0"/>
                          <a:ea typeface="IBM Plex Sans KR" pitchFamily="34" charset="-122"/>
                          <a:cs typeface="IBM Plex Sans KR" pitchFamily="34" charset="-120"/>
                        </a:rPr>
                        <a:t>절차</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3E4A57"/>
                          </a:solidFill>
                          <a:latin typeface="IBM Plex Sans KR" pitchFamily="34" charset="0"/>
                          <a:ea typeface="IBM Plex Sans KR" pitchFamily="34" charset="-122"/>
                          <a:cs typeface="IBM Plex Sans KR" pitchFamily="34" charset="-120"/>
                        </a:rPr>
                        <a:t>실행 전 고정 · 한 번에 1개 실행 · 재실행 없음 · 모든 결과 보고 · 독립 재생 검증 80/80 통과</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bl>
          </a:graphicData>
        </a:graphic>
      </p:graphicFrame>
      <p:sp>
        <p:nvSpPr>
          <p:cNvPr id="5" name="Shape 2"/>
          <p:cNvSpPr/>
          <p:nvPr/>
        </p:nvSpPr>
        <p:spPr>
          <a:xfrm>
            <a:off x="815975" y="3989239"/>
            <a:ext cx="2094756" cy="684510"/>
          </a:xfrm>
          <a:prstGeom prst="roundRect">
            <a:avLst>
              <a:gd name="adj" fmla="val 14379"/>
            </a:avLst>
          </a:prstGeom>
          <a:solidFill>
            <a:srgbClr val="FFFEFB"/>
          </a:solidFill>
          <a:ln w="6350">
            <a:solidFill>
              <a:srgbClr val="DCD8CF"/>
            </a:solidFill>
            <a:prstDash val="solid"/>
          </a:ln>
        </p:spPr>
      </p:sp>
      <p:sp>
        <p:nvSpPr>
          <p:cNvPr id="6" name="Text 3"/>
          <p:cNvSpPr/>
          <p:nvPr/>
        </p:nvSpPr>
        <p:spPr>
          <a:xfrm>
            <a:off x="984250" y="4094014"/>
            <a:ext cx="1810952"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C2430"/>
                </a:solidFill>
                <a:latin typeface="IBM Plex Sans KR" pitchFamily="34" charset="0"/>
                <a:ea typeface="IBM Plex Sans KR" pitchFamily="34" charset="-122"/>
                <a:cs typeface="IBM Plex Sans KR" pitchFamily="34" charset="-120"/>
              </a:rPr>
              <a:t>1차 시도 5회</a:t>
            </a:r>
            <a:endParaRPr lang="en-US" sz="1300" dirty="0"/>
          </a:p>
        </p:txBody>
      </p:sp>
      <p:sp>
        <p:nvSpPr>
          <p:cNvPr id="7" name="Text 4"/>
          <p:cNvSpPr/>
          <p:nvPr/>
        </p:nvSpPr>
        <p:spPr>
          <a:xfrm>
            <a:off x="984250" y="4363244"/>
            <a:ext cx="1810952"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0"/>
                </a:solidFill>
                <a:latin typeface="IBM Plex Sans KR" pitchFamily="34" charset="0"/>
                <a:ea typeface="IBM Plex Sans KR" pitchFamily="34" charset="-122"/>
                <a:cs typeface="IBM Plex Sans KR" pitchFamily="34" charset="-120"/>
              </a:rPr>
              <a:t>A, B·C(S5), B·C(S3)</a:t>
            </a:r>
            <a:endParaRPr lang="en-US" sz="1200" dirty="0"/>
          </a:p>
        </p:txBody>
      </p:sp>
      <p:pic>
        <p:nvPicPr>
          <p:cNvPr id="8" name="Image 0" descr="arrow-right">    </p:cNvPr>
          <p:cNvPicPr>
            <a:picLocks noChangeAspect="1"/>
          </p:cNvPicPr>
          <p:nvPr/>
        </p:nvPicPr>
        <p:blipFill>
          <a:blip r:embed="rId1"/>
          <a:srcRect l="0" r="0" t="0" b="0"/>
          <a:stretch/>
        </p:blipFill>
        <p:spPr>
          <a:xfrm>
            <a:off x="3015506" y="4261644"/>
            <a:ext cx="228600" cy="139700"/>
          </a:xfrm>
          <a:prstGeom prst="rect">
            <a:avLst/>
          </a:prstGeom>
        </p:spPr>
      </p:pic>
      <p:sp>
        <p:nvSpPr>
          <p:cNvPr id="9" name="Shape 5"/>
          <p:cNvSpPr/>
          <p:nvPr/>
        </p:nvSpPr>
        <p:spPr>
          <a:xfrm>
            <a:off x="3348881" y="3989239"/>
            <a:ext cx="2094805" cy="684510"/>
          </a:xfrm>
          <a:prstGeom prst="roundRect">
            <a:avLst>
              <a:gd name="adj" fmla="val 14379"/>
            </a:avLst>
          </a:prstGeom>
          <a:solidFill>
            <a:srgbClr val="FFFEFB"/>
          </a:solidFill>
          <a:ln w="6350">
            <a:solidFill>
              <a:srgbClr val="DCD8CF"/>
            </a:solidFill>
            <a:prstDash val="solid"/>
          </a:ln>
        </p:spPr>
      </p:sp>
      <p:sp>
        <p:nvSpPr>
          <p:cNvPr id="10" name="Text 6"/>
          <p:cNvSpPr/>
          <p:nvPr/>
        </p:nvSpPr>
        <p:spPr>
          <a:xfrm>
            <a:off x="3517156" y="4094014"/>
            <a:ext cx="1811003"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C2430"/>
                </a:solidFill>
                <a:latin typeface="IBM Plex Sans KR" pitchFamily="34" charset="0"/>
                <a:ea typeface="IBM Plex Sans KR" pitchFamily="34" charset="-122"/>
                <a:cs typeface="IBM Plex Sans KR" pitchFamily="34" charset="-120"/>
              </a:rPr>
              <a:t>조립체별 SKILL.md 2개</a:t>
            </a:r>
            <a:endParaRPr lang="en-US" sz="1300" dirty="0"/>
          </a:p>
        </p:txBody>
      </p:sp>
      <p:sp>
        <p:nvSpPr>
          <p:cNvPr id="11" name="Text 7"/>
          <p:cNvSpPr/>
          <p:nvPr/>
        </p:nvSpPr>
        <p:spPr>
          <a:xfrm>
            <a:off x="3517156" y="4363244"/>
            <a:ext cx="1811003"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0"/>
                </a:solidFill>
                <a:latin typeface="IBM Plex Sans KR" pitchFamily="34" charset="0"/>
                <a:ea typeface="IBM Plex Sans KR" pitchFamily="34" charset="-122"/>
                <a:cs typeface="IBM Plex Sans KR" pitchFamily="34" charset="-120"/>
              </a:rPr>
              <a:t>S5 분기용, S3 분기용</a:t>
            </a:r>
            <a:endParaRPr lang="en-US" sz="1200" dirty="0"/>
          </a:p>
        </p:txBody>
      </p:sp>
      <p:pic>
        <p:nvPicPr>
          <p:cNvPr id="12" name="Image 1" descr="arrow-right">    </p:cNvPr>
          <p:cNvPicPr>
            <a:picLocks noChangeAspect="1"/>
          </p:cNvPicPr>
          <p:nvPr/>
        </p:nvPicPr>
        <p:blipFill>
          <a:blip r:embed="rId2"/>
          <a:srcRect l="0" r="0" t="0" b="0"/>
          <a:stretch/>
        </p:blipFill>
        <p:spPr>
          <a:xfrm>
            <a:off x="5548461" y="4261644"/>
            <a:ext cx="228600" cy="139700"/>
          </a:xfrm>
          <a:prstGeom prst="rect">
            <a:avLst/>
          </a:prstGeom>
        </p:spPr>
      </p:pic>
      <p:sp>
        <p:nvSpPr>
          <p:cNvPr id="13" name="Shape 8"/>
          <p:cNvSpPr/>
          <p:nvPr/>
        </p:nvSpPr>
        <p:spPr>
          <a:xfrm>
            <a:off x="5881836" y="3886398"/>
            <a:ext cx="2973933" cy="890240"/>
          </a:xfrm>
          <a:prstGeom prst="roundRect">
            <a:avLst>
              <a:gd name="adj" fmla="val 11056"/>
            </a:avLst>
          </a:prstGeom>
          <a:solidFill>
            <a:srgbClr val="FFFEFB"/>
          </a:solidFill>
          <a:ln w="6350">
            <a:solidFill>
              <a:srgbClr val="DCD8CF"/>
            </a:solidFill>
            <a:prstDash val="solid"/>
          </a:ln>
        </p:spPr>
      </p:sp>
      <p:sp>
        <p:nvSpPr>
          <p:cNvPr id="14" name="Text 9"/>
          <p:cNvSpPr/>
          <p:nvPr/>
        </p:nvSpPr>
        <p:spPr>
          <a:xfrm>
            <a:off x="6050111" y="3991173"/>
            <a:ext cx="2716505"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C2430"/>
                </a:solidFill>
                <a:latin typeface="IBM Plex Sans KR" pitchFamily="34" charset="0"/>
                <a:ea typeface="IBM Plex Sans KR" pitchFamily="34" charset="-122"/>
                <a:cs typeface="IBM Plex Sans KR" pitchFamily="34" charset="-120"/>
              </a:rPr>
              <a:t>2차 시도 9회</a:t>
            </a:r>
            <a:endParaRPr lang="en-US" sz="1300" dirty="0"/>
          </a:p>
        </p:txBody>
      </p:sp>
      <p:sp>
        <p:nvSpPr>
          <p:cNvPr id="15" name="Text 10"/>
          <p:cNvSpPr/>
          <p:nvPr/>
        </p:nvSpPr>
        <p:spPr>
          <a:xfrm>
            <a:off x="6050111" y="4260404"/>
            <a:ext cx="2716505"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0"/>
                </a:solidFill>
                <a:latin typeface="IBM Plex Sans KR" pitchFamily="34" charset="0"/>
                <a:ea typeface="IBM Plex Sans KR" pitchFamily="34" charset="-122"/>
                <a:cs typeface="IBM Plex Sans KR" pitchFamily="34" charset="-120"/>
              </a:rPr>
              <a:t>조립체별 SKILL.md 사용 6회 + 대조군 A, B(S3), C(S3)</a:t>
            </a:r>
            <a:endParaRPr lang="en-US" sz="1200" dirty="0"/>
          </a:p>
        </p:txBody>
      </p:sp>
      <p:pic>
        <p:nvPicPr>
          <p:cNvPr id="16" name="Image 2" descr="arrow-right">    </p:cNvPr>
          <p:cNvPicPr>
            <a:picLocks noChangeAspect="1"/>
          </p:cNvPicPr>
          <p:nvPr/>
        </p:nvPicPr>
        <p:blipFill>
          <a:blip r:embed="rId3"/>
          <a:srcRect l="0" r="0" t="0" b="0"/>
          <a:stretch/>
        </p:blipFill>
        <p:spPr>
          <a:xfrm>
            <a:off x="8960545" y="4261644"/>
            <a:ext cx="228600" cy="139700"/>
          </a:xfrm>
          <a:prstGeom prst="rect">
            <a:avLst/>
          </a:prstGeom>
        </p:spPr>
      </p:pic>
      <p:sp>
        <p:nvSpPr>
          <p:cNvPr id="17" name="Shape 11"/>
          <p:cNvSpPr/>
          <p:nvPr/>
        </p:nvSpPr>
        <p:spPr>
          <a:xfrm>
            <a:off x="9290745" y="3988643"/>
            <a:ext cx="2088455" cy="685750"/>
          </a:xfrm>
          <a:prstGeom prst="roundRect">
            <a:avLst>
              <a:gd name="adj" fmla="val 14816"/>
            </a:avLst>
          </a:prstGeom>
          <a:solidFill>
            <a:srgbClr val="1C2430"/>
          </a:solidFill>
          <a:ln/>
        </p:spPr>
      </p:sp>
      <p:sp>
        <p:nvSpPr>
          <p:cNvPr id="18" name="Text 12"/>
          <p:cNvSpPr/>
          <p:nvPr/>
        </p:nvSpPr>
        <p:spPr>
          <a:xfrm>
            <a:off x="9455845" y="4090243"/>
            <a:ext cx="1811003"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2EFE8"/>
                </a:solidFill>
                <a:latin typeface="IBM Plex Sans KR" pitchFamily="34" charset="0"/>
                <a:ea typeface="IBM Plex Sans KR" pitchFamily="34" charset="-122"/>
                <a:cs typeface="IBM Plex Sans KR" pitchFamily="34" charset="-120"/>
              </a:rPr>
              <a:t>CAD 4개 × 14회</a:t>
            </a:r>
            <a:endParaRPr lang="en-US" sz="1300" dirty="0"/>
          </a:p>
        </p:txBody>
      </p:sp>
      <p:sp>
        <p:nvSpPr>
          <p:cNvPr id="19" name="Text 13"/>
          <p:cNvSpPr/>
          <p:nvPr/>
        </p:nvSpPr>
        <p:spPr>
          <a:xfrm>
            <a:off x="9455845" y="4359473"/>
            <a:ext cx="181100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2DC"/>
                </a:solidFill>
                <a:latin typeface="IBM Plex Sans KR" pitchFamily="34" charset="0"/>
                <a:ea typeface="IBM Plex Sans KR" pitchFamily="34" charset="-122"/>
                <a:cs typeface="IBM Plex Sans KR" pitchFamily="34" charset="-120"/>
              </a:rPr>
              <a:t>총 56 에피소드</a:t>
            </a:r>
            <a:endParaRPr lang="en-US" sz="1200" dirty="0"/>
          </a:p>
        </p:txBody>
      </p:sp>
      <p:sp>
        <p:nvSpPr>
          <p:cNvPr id="20" name="Text 14"/>
          <p:cNvSpPr/>
          <p:nvPr/>
        </p:nvSpPr>
        <p:spPr>
          <a:xfrm>
            <a:off x="812800" y="4932214"/>
            <a:ext cx="10566400" cy="449560"/>
          </a:xfrm>
          <a:prstGeom prst="roundRect">
            <a:avLst>
              <a:gd name="adj" fmla="val 22600"/>
            </a:avLst>
          </a:prstGeom>
          <a:solidFill>
            <a:srgbClr val="F3E2CC"/>
          </a:solidFill>
          <a:ln/>
        </p:spPr>
        <p:txBody>
          <a:bodyPr wrap="square" lIns="160742" tIns="84542" rIns="0" bIns="59142" rtlCol="0" anchor="t">
            <a:normAutofit/>
          </a:bodyPr>
          <a:lstStyle/>
          <a:p>
            <a:pPr algn="l" indent="0" marL="0">
              <a:lnSpc>
                <a:spcPts val="1740"/>
              </a:lnSpc>
              <a:buNone/>
            </a:pPr>
            <a:r>
              <a:rPr lang="en-US" sz="1200" dirty="0">
                <a:solidFill>
                  <a:srgbClr val="3E4A57"/>
                </a:solidFill>
                <a:latin typeface="IBM Plex Sans KR" pitchFamily="34" charset="0"/>
                <a:ea typeface="IBM Plex Sans KR" pitchFamily="34" charset="-122"/>
                <a:cs typeface="IBM Plex Sans KR" pitchFamily="34" charset="-120"/>
              </a:rPr>
              <a:t>최신은 S5지만 개발 검증 불승인 → 실행 전 규칙상 주 분석은 S3. 두 버전 모두 같은 새 CAD 4개에서 실행</a:t>
            </a:r>
            <a:endParaRPr lang="en-US" sz="1200" dirty="0"/>
          </a:p>
        </p:txBody>
      </p:sp>
      <p:sp>
        <p:nvSpPr>
          <p:cNvPr id="21" name="Text 1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480"/>
                </a:solidFill>
                <a:latin typeface="IBM Plex Sans KR" pitchFamily="34" charset="0"/>
                <a:ea typeface="IBM Plex Sans KR" pitchFamily="34" charset="-122"/>
                <a:cs typeface="IBM Plex Sans KR" pitchFamily="34" charset="-120"/>
              </a:rPr>
              <a:t>SKILL.md 기반 Disassembly Planner · 8 · 조립체별 SKILL.md 사용 6회 = S5 분기 B·C 각 1회 + S3 분기 B·C 각 2회</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5A12"/>
                </a:solidFill>
                <a:latin typeface="IBM Plex Sans KR" pitchFamily="34" charset="0"/>
                <a:ea typeface="IBM Plex Sans KR" pitchFamily="34" charset="-122"/>
                <a:cs typeface="IBM Plex Sans KR" pitchFamily="34" charset="-120"/>
              </a:rPr>
              <a:t>8 · 결과 ① 같은 조립체를 다시 분해할 때</a:t>
            </a:r>
            <a:endParaRPr lang="en-US" sz="1200" dirty="0"/>
          </a:p>
        </p:txBody>
      </p:sp>
      <p:sp>
        <p:nvSpPr>
          <p:cNvPr id="3" name="Text 1"/>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C2430"/>
                </a:solidFill>
                <a:latin typeface="IBM Plex Sans KR" pitchFamily="34" charset="0"/>
                <a:ea typeface="IBM Plex Sans KR" pitchFamily="34" charset="-122"/>
                <a:cs typeface="IBM Plex Sans KR" pitchFamily="34" charset="-120"/>
              </a:rPr>
              <a:t>기록된 순서를 다시 쓰자 2차 시도는 모두 성공했다</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60141"/>
          <a:ext cx="10553700" cy="1796604"/>
        </p:xfrm>
        <a:graphic>
          <a:graphicData uri="http://schemas.openxmlformats.org/drawingml/2006/table">
            <a:tbl>
              <a:tblPr/>
              <a:tblGrid>
                <a:gridCol w="3166110"/>
                <a:gridCol w="1371981"/>
                <a:gridCol w="1371981"/>
                <a:gridCol w="1371981"/>
                <a:gridCol w="1371981"/>
                <a:gridCol w="1899666"/>
              </a:tblGrid>
              <a:tr h="359321">
                <a:tc>
                  <a:txBody>
                    <a:bodyPr/>
                    <a:lstStyle/>
                    <a:p>
                      <a:pPr indent="0" marL="0">
                        <a:lnSpc>
                          <a:spcPts val="1820"/>
                        </a:lnSpc>
                        <a:buNone/>
                      </a:pPr>
                      <a:r>
                        <a:rPr lang="en-US" sz="1300" b="1" dirty="0">
                          <a:solidFill>
                            <a:srgbClr val="F2EFE8"/>
                          </a:solidFill>
                          <a:latin typeface="IBM Plex Sans KR" pitchFamily="34" charset="0"/>
                          <a:ea typeface="IBM Plex Sans KR" pitchFamily="34" charset="-122"/>
                          <a:cs typeface="IBM Plex Sans KR" pitchFamily="34" charset="-120"/>
                        </a:rPr>
                        <a:t>같은 CAD 1차 → 2차 (검사 수)</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1A202A"/>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1A202A"/>
                      </a:solidFill>
                      <a:prstDash val="solid"/>
                      <a:round/>
                      <a:headEnd type="none" w="med" len="med"/>
                      <a:tailEnd type="none" w="med" len="med"/>
                    </a:lnB>
                    <a:solidFill>
                      <a:srgbClr val="1C2430"/>
                    </a:solidFill>
                  </a:tcPr>
                </a:tc>
                <a:tc>
                  <a:txBody>
                    <a:bodyPr/>
                    <a:lstStyle/>
                    <a:p>
                      <a:pPr algn="ctr" indent="0" marL="0">
                        <a:lnSpc>
                          <a:spcPts val="1820"/>
                        </a:lnSpc>
                        <a:buNone/>
                      </a:pPr>
                      <a:r>
                        <a:rPr lang="en-US" sz="1300" b="1" dirty="0">
                          <a:solidFill>
                            <a:srgbClr val="F2EFE8"/>
                          </a:solidFill>
                          <a:latin typeface="IBM Plex Sans KR" pitchFamily="34" charset="0"/>
                          <a:ea typeface="IBM Plex Sans KR" pitchFamily="34" charset="-122"/>
                          <a:cs typeface="IBM Plex Sans KR" pitchFamily="34" charset="-120"/>
                        </a:rPr>
                        <a:t>02260</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1A202A"/>
                      </a:solidFill>
                      <a:prstDash val="solid"/>
                      <a:round/>
                      <a:headEnd type="none" w="med" len="med"/>
                      <a:tailEnd type="none" w="med" len="med"/>
                    </a:lnL>
                    <a:lnR w="12700" cap="flat" cmpd="sng" algn="ctr">
                      <a:solidFill>
                        <a:srgbClr val="1A202A"/>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1A202A"/>
                      </a:solidFill>
                      <a:prstDash val="solid"/>
                      <a:round/>
                      <a:headEnd type="none" w="med" len="med"/>
                      <a:tailEnd type="none" w="med" len="med"/>
                    </a:lnB>
                    <a:solidFill>
                      <a:srgbClr val="1C2430"/>
                    </a:solidFill>
                  </a:tcPr>
                </a:tc>
                <a:tc>
                  <a:txBody>
                    <a:bodyPr/>
                    <a:lstStyle/>
                    <a:p>
                      <a:pPr algn="ctr" indent="0" marL="0">
                        <a:lnSpc>
                          <a:spcPts val="1820"/>
                        </a:lnSpc>
                        <a:buNone/>
                      </a:pPr>
                      <a:r>
                        <a:rPr lang="en-US" sz="1300" b="1" dirty="0">
                          <a:solidFill>
                            <a:srgbClr val="F2EFE8"/>
                          </a:solidFill>
                          <a:latin typeface="IBM Plex Sans KR" pitchFamily="34" charset="0"/>
                          <a:ea typeface="IBM Plex Sans KR" pitchFamily="34" charset="-122"/>
                          <a:cs typeface="IBM Plex Sans KR" pitchFamily="34" charset="-120"/>
                        </a:rPr>
                        <a:t>02991</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1A202A"/>
                      </a:solidFill>
                      <a:prstDash val="solid"/>
                      <a:round/>
                      <a:headEnd type="none" w="med" len="med"/>
                      <a:tailEnd type="none" w="med" len="med"/>
                    </a:lnL>
                    <a:lnR w="12700" cap="flat" cmpd="sng" algn="ctr">
                      <a:solidFill>
                        <a:srgbClr val="1A202A"/>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1A202A"/>
                      </a:solidFill>
                      <a:prstDash val="solid"/>
                      <a:round/>
                      <a:headEnd type="none" w="med" len="med"/>
                      <a:tailEnd type="none" w="med" len="med"/>
                    </a:lnB>
                    <a:solidFill>
                      <a:srgbClr val="1C2430"/>
                    </a:solidFill>
                  </a:tcPr>
                </a:tc>
                <a:tc>
                  <a:txBody>
                    <a:bodyPr/>
                    <a:lstStyle/>
                    <a:p>
                      <a:pPr algn="ctr" indent="0" marL="0">
                        <a:lnSpc>
                          <a:spcPts val="1820"/>
                        </a:lnSpc>
                        <a:buNone/>
                      </a:pPr>
                      <a:r>
                        <a:rPr lang="en-US" sz="1300" b="1" dirty="0">
                          <a:solidFill>
                            <a:srgbClr val="F2EFE8"/>
                          </a:solidFill>
                          <a:latin typeface="IBM Plex Sans KR" pitchFamily="34" charset="0"/>
                          <a:ea typeface="IBM Plex Sans KR" pitchFamily="34" charset="-122"/>
                          <a:cs typeface="IBM Plex Sans KR" pitchFamily="34" charset="-120"/>
                        </a:rPr>
                        <a:t>05879</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1A202A"/>
                      </a:solidFill>
                      <a:prstDash val="solid"/>
                      <a:round/>
                      <a:headEnd type="none" w="med" len="med"/>
                      <a:tailEnd type="none" w="med" len="med"/>
                    </a:lnL>
                    <a:lnR w="12700" cap="flat" cmpd="sng" algn="ctr">
                      <a:solidFill>
                        <a:srgbClr val="1A202A"/>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1A202A"/>
                      </a:solidFill>
                      <a:prstDash val="solid"/>
                      <a:round/>
                      <a:headEnd type="none" w="med" len="med"/>
                      <a:tailEnd type="none" w="med" len="med"/>
                    </a:lnB>
                    <a:solidFill>
                      <a:srgbClr val="1C2430"/>
                    </a:solidFill>
                  </a:tcPr>
                </a:tc>
                <a:tc>
                  <a:txBody>
                    <a:bodyPr/>
                    <a:lstStyle/>
                    <a:p>
                      <a:pPr algn="ctr" indent="0" marL="0">
                        <a:lnSpc>
                          <a:spcPts val="1820"/>
                        </a:lnSpc>
                        <a:buNone/>
                      </a:pPr>
                      <a:r>
                        <a:rPr lang="en-US" sz="1300" b="1" dirty="0">
                          <a:solidFill>
                            <a:srgbClr val="F2EFE8"/>
                          </a:solidFill>
                          <a:latin typeface="IBM Plex Sans KR" pitchFamily="34" charset="0"/>
                          <a:ea typeface="IBM Plex Sans KR" pitchFamily="34" charset="-122"/>
                          <a:cs typeface="IBM Plex Sans KR" pitchFamily="34" charset="-120"/>
                        </a:rPr>
                        <a:t>03937</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1A202A"/>
                      </a:solidFill>
                      <a:prstDash val="solid"/>
                      <a:round/>
                      <a:headEnd type="none" w="med" len="med"/>
                      <a:tailEnd type="none" w="med" len="med"/>
                    </a:lnL>
                    <a:lnR w="12700" cap="flat" cmpd="sng" algn="ctr">
                      <a:solidFill>
                        <a:srgbClr val="1A202A"/>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1A202A"/>
                      </a:solidFill>
                      <a:prstDash val="solid"/>
                      <a:round/>
                      <a:headEnd type="none" w="med" len="med"/>
                      <a:tailEnd type="none" w="med" len="med"/>
                    </a:lnB>
                    <a:solidFill>
                      <a:srgbClr val="1C2430"/>
                    </a:solidFill>
                  </a:tcPr>
                </a:tc>
                <a:tc>
                  <a:txBody>
                    <a:bodyPr/>
                    <a:lstStyle/>
                    <a:p>
                      <a:pPr algn="ctr" indent="0" marL="0">
                        <a:lnSpc>
                          <a:spcPts val="1820"/>
                        </a:lnSpc>
                        <a:buNone/>
                      </a:pPr>
                      <a:r>
                        <a:rPr lang="en-US" sz="1300" b="1" dirty="0">
                          <a:solidFill>
                            <a:srgbClr val="F2EFE8"/>
                          </a:solidFill>
                          <a:latin typeface="IBM Plex Sans KR" pitchFamily="34" charset="0"/>
                          <a:ea typeface="IBM Plex Sans KR" pitchFamily="34" charset="-122"/>
                          <a:cs typeface="IBM Plex Sans KR" pitchFamily="34" charset="-120"/>
                        </a:rPr>
                        <a:t>성공</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1A202A"/>
                      </a:solidFill>
                      <a:prstDash val="solid"/>
                      <a:round/>
                      <a:headEnd type="none" w="med" len="med"/>
                      <a:tailEnd type="none" w="med" len="med"/>
                    </a:lnL>
                    <a:lnR w="12700" cap="flat" cmpd="sng" algn="ctr">
                      <a:solidFill>
                        <a:srgbClr val="1A202A"/>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1A202A"/>
                      </a:solidFill>
                      <a:prstDash val="solid"/>
                      <a:round/>
                      <a:headEnd type="none" w="med" len="med"/>
                      <a:tailEnd type="none" w="med" len="med"/>
                    </a:lnB>
                    <a:solidFill>
                      <a:srgbClr val="1C2430"/>
                    </a:solidFill>
                  </a:tcPr>
                </a:tc>
              </a:tr>
              <a:tr h="359321">
                <a:tc>
                  <a:txBody>
                    <a:bodyPr/>
                    <a:lstStyle/>
                    <a:p>
                      <a:pPr indent="0" marL="0">
                        <a:lnSpc>
                          <a:spcPts val="1820"/>
                        </a:lnSpc>
                        <a:buNone/>
                      </a:pPr>
                      <a:r>
                        <a:rPr lang="en-US" sz="1300" dirty="0">
                          <a:solidFill>
                            <a:srgbClr val="3E4A57"/>
                          </a:solidFill>
                          <a:latin typeface="IBM Plex Sans KR" pitchFamily="34" charset="0"/>
                          <a:ea typeface="IBM Plex Sans KR" pitchFamily="34" charset="-122"/>
                          <a:cs typeface="IBM Plex Sans KR" pitchFamily="34" charset="-120"/>
                        </a:rPr>
                        <a:t>A SKILL.md 없음</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1A202A"/>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algn="ctr" indent="0" marL="0">
                        <a:lnSpc>
                          <a:spcPts val="1820"/>
                        </a:lnSpc>
                        <a:buNone/>
                      </a:pPr>
                      <a:r>
                        <a:rPr lang="en-US" sz="1300" dirty="0">
                          <a:solidFill>
                            <a:srgbClr val="A85A12"/>
                          </a:solidFill>
                          <a:latin typeface="IBM Plex Sans KR" pitchFamily="34" charset="0"/>
                          <a:ea typeface="IBM Plex Sans KR" pitchFamily="34" charset="-122"/>
                          <a:cs typeface="IBM Plex Sans KR" pitchFamily="34" charset="-120"/>
                        </a:rPr>
                        <a:t>실패 → 실패</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1A202A"/>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algn="ctr" indent="0" marL="0">
                        <a:lnSpc>
                          <a:spcPts val="1820"/>
                        </a:lnSpc>
                        <a:buNone/>
                      </a:pPr>
                      <a:r>
                        <a:rPr lang="en-US" sz="1300" dirty="0">
                          <a:solidFill>
                            <a:srgbClr val="3E4A57"/>
                          </a:solidFill>
                          <a:latin typeface="IBM Plex Sans KR" pitchFamily="34" charset="0"/>
                          <a:ea typeface="IBM Plex Sans KR" pitchFamily="34" charset="-122"/>
                          <a:cs typeface="IBM Plex Sans KR" pitchFamily="34" charset="-120"/>
                        </a:rPr>
                        <a:t>8 → 8</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1A202A"/>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algn="ctr" indent="0" marL="0">
                        <a:lnSpc>
                          <a:spcPts val="1820"/>
                        </a:lnSpc>
                        <a:buNone/>
                      </a:pPr>
                      <a:r>
                        <a:rPr lang="en-US" sz="1300" dirty="0">
                          <a:solidFill>
                            <a:srgbClr val="3E4A57"/>
                          </a:solidFill>
                          <a:latin typeface="IBM Plex Sans KR" pitchFamily="34" charset="0"/>
                          <a:ea typeface="IBM Plex Sans KR" pitchFamily="34" charset="-122"/>
                          <a:cs typeface="IBM Plex Sans KR" pitchFamily="34" charset="-120"/>
                        </a:rPr>
                        <a:t>17 → 50</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1A202A"/>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algn="ctr" indent="0" marL="0">
                        <a:lnSpc>
                          <a:spcPts val="1820"/>
                        </a:lnSpc>
                        <a:buNone/>
                      </a:pPr>
                      <a:r>
                        <a:rPr lang="en-US" sz="1300" dirty="0">
                          <a:solidFill>
                            <a:srgbClr val="3E4A57"/>
                          </a:solidFill>
                          <a:latin typeface="IBM Plex Sans KR" pitchFamily="34" charset="0"/>
                          <a:ea typeface="IBM Plex Sans KR" pitchFamily="34" charset="-122"/>
                          <a:cs typeface="IBM Plex Sans KR" pitchFamily="34" charset="-120"/>
                        </a:rPr>
                        <a:t>54 → 9</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1A202A"/>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algn="ctr" indent="0" marL="0">
                        <a:lnSpc>
                          <a:spcPts val="1820"/>
                        </a:lnSpc>
                        <a:buNone/>
                      </a:pPr>
                      <a:r>
                        <a:rPr lang="en-US" sz="1300" dirty="0">
                          <a:solidFill>
                            <a:srgbClr val="3E4A57"/>
                          </a:solidFill>
                          <a:latin typeface="IBM Plex Sans KR" pitchFamily="34" charset="0"/>
                          <a:ea typeface="IBM Plex Sans KR" pitchFamily="34" charset="-122"/>
                          <a:cs typeface="IBM Plex Sans KR" pitchFamily="34" charset="-120"/>
                        </a:rPr>
                        <a:t>3/4 → 3/4</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1A202A"/>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59321">
                <a:tc>
                  <a:txBody>
                    <a:bodyPr/>
                    <a:lstStyle/>
                    <a:p>
                      <a:pPr indent="0" marL="0">
                        <a:lnSpc>
                          <a:spcPts val="1820"/>
                        </a:lnSpc>
                        <a:buNone/>
                      </a:pPr>
                      <a:r>
                        <a:rPr lang="en-US" sz="1300" dirty="0">
                          <a:solidFill>
                            <a:srgbClr val="3E4A57"/>
                          </a:solidFill>
                          <a:latin typeface="IBM Plex Sans KR" pitchFamily="34" charset="0"/>
                          <a:ea typeface="IBM Plex Sans KR" pitchFamily="34" charset="-122"/>
                          <a:cs typeface="IBM Plex Sans KR" pitchFamily="34" charset="-120"/>
                        </a:rPr>
                        <a:t>B S5 → S5 + 조립체별</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BCBC8"/>
                      </a:solidFill>
                      <a:prstDash val="solid"/>
                      <a:round/>
                      <a:headEnd type="none" w="med" len="med"/>
                      <a:tailEnd type="none" w="med" len="med"/>
                    </a:lnB>
                    <a:solidFill>
                      <a:srgbClr val="FFFEFB"/>
                    </a:solidFill>
                  </a:tcPr>
                </a:tc>
                <a:tc>
                  <a:txBody>
                    <a:bodyPr/>
                    <a:lstStyle/>
                    <a:p>
                      <a:pPr algn="ctr" indent="0" marL="0">
                        <a:lnSpc>
                          <a:spcPts val="1820"/>
                        </a:lnSpc>
                        <a:buNone/>
                      </a:pPr>
                      <a:r>
                        <a:rPr lang="en-US" sz="1300" dirty="0">
                          <a:solidFill>
                            <a:srgbClr val="3E4A57"/>
                          </a:solidFill>
                          <a:latin typeface="IBM Plex Sans KR" pitchFamily="34" charset="0"/>
                          <a:ea typeface="IBM Plex Sans KR" pitchFamily="34" charset="-122"/>
                          <a:cs typeface="IBM Plex Sans KR" pitchFamily="34" charset="-120"/>
                        </a:rPr>
                        <a:t>실패 → 10</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BCBC8"/>
                      </a:solidFill>
                      <a:prstDash val="solid"/>
                      <a:round/>
                      <a:headEnd type="none" w="med" len="med"/>
                      <a:tailEnd type="none" w="med" len="med"/>
                    </a:lnB>
                    <a:solidFill>
                      <a:srgbClr val="FFFEFB"/>
                    </a:solidFill>
                  </a:tcPr>
                </a:tc>
                <a:tc>
                  <a:txBody>
                    <a:bodyPr/>
                    <a:lstStyle/>
                    <a:p>
                      <a:pPr algn="ctr" indent="0" marL="0">
                        <a:lnSpc>
                          <a:spcPts val="1820"/>
                        </a:lnSpc>
                        <a:buNone/>
                      </a:pPr>
                      <a:r>
                        <a:rPr lang="en-US" sz="1300" dirty="0">
                          <a:solidFill>
                            <a:srgbClr val="3E4A57"/>
                          </a:solidFill>
                          <a:latin typeface="IBM Plex Sans KR" pitchFamily="34" charset="0"/>
                          <a:ea typeface="IBM Plex Sans KR" pitchFamily="34" charset="-122"/>
                          <a:cs typeface="IBM Plex Sans KR" pitchFamily="34" charset="-120"/>
                        </a:rPr>
                        <a:t>8 → 8</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BCBC8"/>
                      </a:solidFill>
                      <a:prstDash val="solid"/>
                      <a:round/>
                      <a:headEnd type="none" w="med" len="med"/>
                      <a:tailEnd type="none" w="med" len="med"/>
                    </a:lnB>
                    <a:solidFill>
                      <a:srgbClr val="FFFEFB"/>
                    </a:solidFill>
                  </a:tcPr>
                </a:tc>
                <a:tc>
                  <a:txBody>
                    <a:bodyPr/>
                    <a:lstStyle/>
                    <a:p>
                      <a:pPr algn="ctr" indent="0" marL="0">
                        <a:lnSpc>
                          <a:spcPts val="1820"/>
                        </a:lnSpc>
                        <a:buNone/>
                      </a:pPr>
                      <a:r>
                        <a:rPr lang="en-US" sz="1300" dirty="0">
                          <a:solidFill>
                            <a:srgbClr val="3E4A57"/>
                          </a:solidFill>
                          <a:latin typeface="IBM Plex Sans KR" pitchFamily="34" charset="0"/>
                          <a:ea typeface="IBM Plex Sans KR" pitchFamily="34" charset="-122"/>
                          <a:cs typeface="IBM Plex Sans KR" pitchFamily="34" charset="-120"/>
                        </a:rPr>
                        <a:t>8 → 8</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BCBC8"/>
                      </a:solidFill>
                      <a:prstDash val="solid"/>
                      <a:round/>
                      <a:headEnd type="none" w="med" len="med"/>
                      <a:tailEnd type="none" w="med" len="med"/>
                    </a:lnB>
                    <a:solidFill>
                      <a:srgbClr val="FFFEFB"/>
                    </a:solidFill>
                  </a:tcPr>
                </a:tc>
                <a:tc>
                  <a:txBody>
                    <a:bodyPr/>
                    <a:lstStyle/>
                    <a:p>
                      <a:pPr algn="ctr" indent="0" marL="0">
                        <a:lnSpc>
                          <a:spcPts val="1820"/>
                        </a:lnSpc>
                        <a:buNone/>
                      </a:pPr>
                      <a:r>
                        <a:rPr lang="en-US" sz="1300" dirty="0">
                          <a:solidFill>
                            <a:srgbClr val="3E4A57"/>
                          </a:solidFill>
                          <a:latin typeface="IBM Plex Sans KR" pitchFamily="34" charset="0"/>
                          <a:ea typeface="IBM Plex Sans KR" pitchFamily="34" charset="-122"/>
                          <a:cs typeface="IBM Plex Sans KR" pitchFamily="34" charset="-120"/>
                        </a:rPr>
                        <a:t>19 → 8</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BCBC8"/>
                      </a:solidFill>
                      <a:prstDash val="solid"/>
                      <a:round/>
                      <a:headEnd type="none" w="med" len="med"/>
                      <a:tailEnd type="none" w="med" len="med"/>
                    </a:lnB>
                    <a:solidFill>
                      <a:srgbClr val="FFFEFB"/>
                    </a:solidFill>
                  </a:tcPr>
                </a:tc>
                <a:tc>
                  <a:txBody>
                    <a:bodyPr/>
                    <a:lstStyle/>
                    <a:p>
                      <a:pPr algn="ctr" indent="0" marL="0">
                        <a:lnSpc>
                          <a:spcPts val="1820"/>
                        </a:lnSpc>
                        <a:buNone/>
                      </a:pPr>
                      <a:r>
                        <a:rPr lang="en-US" sz="1300" dirty="0">
                          <a:solidFill>
                            <a:srgbClr val="3E4A57"/>
                          </a:solidFill>
                          <a:latin typeface="IBM Plex Sans KR" pitchFamily="34" charset="0"/>
                          <a:ea typeface="IBM Plex Sans KR" pitchFamily="34" charset="-122"/>
                          <a:cs typeface="IBM Plex Sans KR" pitchFamily="34" charset="-120"/>
                        </a:rPr>
                        <a:t>3/4 → 4/4</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BCBC8"/>
                      </a:solidFill>
                      <a:prstDash val="solid"/>
                      <a:round/>
                      <a:headEnd type="none" w="med" len="med"/>
                      <a:tailEnd type="none" w="med" len="med"/>
                    </a:lnB>
                    <a:solidFill>
                      <a:srgbClr val="FFFEFB"/>
                    </a:solidFill>
                  </a:tcPr>
                </a:tc>
              </a:tr>
              <a:tr h="359321">
                <a:tc>
                  <a:txBody>
                    <a:bodyPr/>
                    <a:lstStyle/>
                    <a:p>
                      <a:pPr indent="0" marL="0">
                        <a:lnSpc>
                          <a:spcPts val="1820"/>
                        </a:lnSpc>
                        <a:buNone/>
                      </a:pPr>
                      <a:r>
                        <a:rPr lang="en-US" sz="1300" dirty="0">
                          <a:solidFill>
                            <a:srgbClr val="3E4A57"/>
                          </a:solidFill>
                          <a:latin typeface="IBM Plex Sans KR" pitchFamily="34" charset="0"/>
                          <a:ea typeface="IBM Plex Sans KR" pitchFamily="34" charset="-122"/>
                          <a:cs typeface="IBM Plex Sans KR" pitchFamily="34" charset="-120"/>
                        </a:rPr>
                        <a:t>C S5 → S5 + 조립체별</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algn="ctr" indent="0" marL="0">
                        <a:lnSpc>
                          <a:spcPts val="1820"/>
                        </a:lnSpc>
                        <a:buNone/>
                      </a:pPr>
                      <a:r>
                        <a:rPr lang="en-US" sz="1300" dirty="0">
                          <a:solidFill>
                            <a:srgbClr val="3E4A57"/>
                          </a:solidFill>
                          <a:latin typeface="IBM Plex Sans KR" pitchFamily="34" charset="0"/>
                          <a:ea typeface="IBM Plex Sans KR" pitchFamily="34" charset="-122"/>
                          <a:cs typeface="IBM Plex Sans KR" pitchFamily="34" charset="-120"/>
                        </a:rPr>
                        <a:t>35 → 10</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algn="ctr" indent="0" marL="0">
                        <a:lnSpc>
                          <a:spcPts val="1820"/>
                        </a:lnSpc>
                        <a:buNone/>
                      </a:pPr>
                      <a:r>
                        <a:rPr lang="en-US" sz="1300" dirty="0">
                          <a:solidFill>
                            <a:srgbClr val="3E4A57"/>
                          </a:solidFill>
                          <a:latin typeface="IBM Plex Sans KR" pitchFamily="34" charset="0"/>
                          <a:ea typeface="IBM Plex Sans KR" pitchFamily="34" charset="-122"/>
                          <a:cs typeface="IBM Plex Sans KR" pitchFamily="34" charset="-120"/>
                        </a:rPr>
                        <a:t>8 → 8</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algn="ctr" indent="0" marL="0">
                        <a:lnSpc>
                          <a:spcPts val="1820"/>
                        </a:lnSpc>
                        <a:buNone/>
                      </a:pPr>
                      <a:r>
                        <a:rPr lang="en-US" sz="1300" dirty="0">
                          <a:solidFill>
                            <a:srgbClr val="3E4A57"/>
                          </a:solidFill>
                          <a:latin typeface="IBM Plex Sans KR" pitchFamily="34" charset="0"/>
                          <a:ea typeface="IBM Plex Sans KR" pitchFamily="34" charset="-122"/>
                          <a:cs typeface="IBM Plex Sans KR" pitchFamily="34" charset="-120"/>
                        </a:rPr>
                        <a:t>15 → 8</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algn="ctr" indent="0" marL="0">
                        <a:lnSpc>
                          <a:spcPts val="1820"/>
                        </a:lnSpc>
                        <a:buNone/>
                      </a:pPr>
                      <a:r>
                        <a:rPr lang="en-US" sz="1300" dirty="0">
                          <a:solidFill>
                            <a:srgbClr val="3E4A57"/>
                          </a:solidFill>
                          <a:latin typeface="IBM Plex Sans KR" pitchFamily="34" charset="0"/>
                          <a:ea typeface="IBM Plex Sans KR" pitchFamily="34" charset="-122"/>
                          <a:cs typeface="IBM Plex Sans KR" pitchFamily="34" charset="-120"/>
                        </a:rPr>
                        <a:t>55 → 8</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algn="ctr" indent="0" marL="0">
                        <a:lnSpc>
                          <a:spcPts val="1820"/>
                        </a:lnSpc>
                        <a:buNone/>
                      </a:pPr>
                      <a:r>
                        <a:rPr lang="en-US" sz="1300" dirty="0">
                          <a:solidFill>
                            <a:srgbClr val="3E4A57"/>
                          </a:solidFill>
                          <a:latin typeface="IBM Plex Sans KR" pitchFamily="34" charset="0"/>
                          <a:ea typeface="IBM Plex Sans KR" pitchFamily="34" charset="-122"/>
                          <a:cs typeface="IBM Plex Sans KR" pitchFamily="34" charset="-120"/>
                        </a:rPr>
                        <a:t>4/4 → 4/4</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59321">
                <a:tc>
                  <a:txBody>
                    <a:bodyPr/>
                    <a:lstStyle/>
                    <a:p>
                      <a:pPr indent="0" marL="0">
                        <a:lnSpc>
                          <a:spcPts val="1820"/>
                        </a:lnSpc>
                        <a:buNone/>
                      </a:pPr>
                      <a:r>
                        <a:rPr lang="en-US" sz="1300" dirty="0">
                          <a:solidFill>
                            <a:srgbClr val="3E4A57"/>
                          </a:solidFill>
                          <a:latin typeface="IBM Plex Sans KR" pitchFamily="34" charset="0"/>
                          <a:ea typeface="IBM Plex Sans KR" pitchFamily="34" charset="-122"/>
                          <a:cs typeface="IBM Plex Sans KR" pitchFamily="34" charset="-120"/>
                        </a:rPr>
                        <a:t>최소 검사 수 (= 제거할 부품 수)</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BCBC8"/>
                      </a:solidFill>
                      <a:prstDash val="solid"/>
                      <a:round/>
                      <a:headEnd type="none" w="med" len="med"/>
                      <a:tailEnd type="none" w="med" len="med"/>
                    </a:lnB>
                    <a:solidFill>
                      <a:srgbClr val="FFFEFB"/>
                    </a:solidFill>
                  </a:tcPr>
                </a:tc>
                <a:tc>
                  <a:txBody>
                    <a:bodyPr/>
                    <a:lstStyle/>
                    <a:p>
                      <a:pPr algn="ctr" indent="0" marL="0">
                        <a:lnSpc>
                          <a:spcPts val="1820"/>
                        </a:lnSpc>
                        <a:buNone/>
                      </a:pPr>
                      <a:r>
                        <a:rPr lang="en-US" sz="1300" dirty="0">
                          <a:solidFill>
                            <a:srgbClr val="3E4A57"/>
                          </a:solidFill>
                          <a:latin typeface="IBM Plex Sans KR" pitchFamily="34" charset="0"/>
                          <a:ea typeface="IBM Plex Sans KR" pitchFamily="34" charset="-122"/>
                          <a:cs typeface="IBM Plex Sans KR" pitchFamily="34" charset="-120"/>
                        </a:rPr>
                        <a:t>10</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BCBC8"/>
                      </a:solidFill>
                      <a:prstDash val="solid"/>
                      <a:round/>
                      <a:headEnd type="none" w="med" len="med"/>
                      <a:tailEnd type="none" w="med" len="med"/>
                    </a:lnB>
                    <a:solidFill>
                      <a:srgbClr val="FFFEFB"/>
                    </a:solidFill>
                  </a:tcPr>
                </a:tc>
                <a:tc>
                  <a:txBody>
                    <a:bodyPr/>
                    <a:lstStyle/>
                    <a:p>
                      <a:pPr algn="ctr" indent="0" marL="0">
                        <a:lnSpc>
                          <a:spcPts val="1820"/>
                        </a:lnSpc>
                        <a:buNone/>
                      </a:pPr>
                      <a:r>
                        <a:rPr lang="en-US" sz="1300" dirty="0">
                          <a:solidFill>
                            <a:srgbClr val="3E4A57"/>
                          </a:solidFill>
                          <a:latin typeface="IBM Plex Sans KR" pitchFamily="34" charset="0"/>
                          <a:ea typeface="IBM Plex Sans KR" pitchFamily="34" charset="-122"/>
                          <a:cs typeface="IBM Plex Sans KR" pitchFamily="34" charset="-120"/>
                        </a:rPr>
                        <a:t>8</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BCBC8"/>
                      </a:solidFill>
                      <a:prstDash val="solid"/>
                      <a:round/>
                      <a:headEnd type="none" w="med" len="med"/>
                      <a:tailEnd type="none" w="med" len="med"/>
                    </a:lnB>
                    <a:solidFill>
                      <a:srgbClr val="FFFEFB"/>
                    </a:solidFill>
                  </a:tcPr>
                </a:tc>
                <a:tc>
                  <a:txBody>
                    <a:bodyPr/>
                    <a:lstStyle/>
                    <a:p>
                      <a:pPr algn="ctr" indent="0" marL="0">
                        <a:lnSpc>
                          <a:spcPts val="1820"/>
                        </a:lnSpc>
                        <a:buNone/>
                      </a:pPr>
                      <a:r>
                        <a:rPr lang="en-US" sz="1300" dirty="0">
                          <a:solidFill>
                            <a:srgbClr val="3E4A57"/>
                          </a:solidFill>
                          <a:latin typeface="IBM Plex Sans KR" pitchFamily="34" charset="0"/>
                          <a:ea typeface="IBM Plex Sans KR" pitchFamily="34" charset="-122"/>
                          <a:cs typeface="IBM Plex Sans KR" pitchFamily="34" charset="-120"/>
                        </a:rPr>
                        <a:t>8</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BCBC8"/>
                      </a:solidFill>
                      <a:prstDash val="solid"/>
                      <a:round/>
                      <a:headEnd type="none" w="med" len="med"/>
                      <a:tailEnd type="none" w="med" len="med"/>
                    </a:lnB>
                    <a:solidFill>
                      <a:srgbClr val="FFFEFB"/>
                    </a:solidFill>
                  </a:tcPr>
                </a:tc>
                <a:tc>
                  <a:txBody>
                    <a:bodyPr/>
                    <a:lstStyle/>
                    <a:p>
                      <a:pPr algn="ctr" indent="0" marL="0">
                        <a:lnSpc>
                          <a:spcPts val="1820"/>
                        </a:lnSpc>
                        <a:buNone/>
                      </a:pPr>
                      <a:r>
                        <a:rPr lang="en-US" sz="1300" dirty="0">
                          <a:solidFill>
                            <a:srgbClr val="3E4A57"/>
                          </a:solidFill>
                          <a:latin typeface="IBM Plex Sans KR" pitchFamily="34" charset="0"/>
                          <a:ea typeface="IBM Plex Sans KR" pitchFamily="34" charset="-122"/>
                          <a:cs typeface="IBM Plex Sans KR" pitchFamily="34" charset="-120"/>
                        </a:rPr>
                        <a:t>8</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BCBC8"/>
                      </a:solidFill>
                      <a:prstDash val="solid"/>
                      <a:round/>
                      <a:headEnd type="none" w="med" len="med"/>
                      <a:tailEnd type="none" w="med" len="med"/>
                    </a:lnB>
                    <a:solidFill>
                      <a:srgbClr val="FFFEFB"/>
                    </a:solidFill>
                  </a:tcPr>
                </a:tc>
                <a:tc>
                  <a:txBody>
                    <a:bodyPr/>
                    <a:lstStyle/>
                    <a:p>
                      <a:pPr algn="ctr" indent="0" marL="0">
                        <a:lnSpc>
                          <a:spcPts val="1820"/>
                        </a:lnSpc>
                        <a:buNone/>
                      </a:pP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BCBC8"/>
                      </a:solidFill>
                      <a:prstDash val="solid"/>
                      <a:round/>
                      <a:headEnd type="none" w="med" len="med"/>
                      <a:tailEnd type="none" w="med" len="med"/>
                    </a:lnB>
                    <a:solidFill>
                      <a:srgbClr val="FFFEFB"/>
                    </a:solidFill>
                  </a:tcPr>
                </a:tc>
              </a:tr>
            </a:tbl>
          </a:graphicData>
        </a:graphic>
      </p:graphicFrame>
      <p:sp>
        <p:nvSpPr>
          <p:cNvPr id="5" name="Shape 2"/>
          <p:cNvSpPr/>
          <p:nvPr/>
        </p:nvSpPr>
        <p:spPr>
          <a:xfrm>
            <a:off x="812800" y="3734544"/>
            <a:ext cx="3412034" cy="1198761"/>
          </a:xfrm>
          <a:prstGeom prst="roundRect">
            <a:avLst>
              <a:gd name="adj" fmla="val 10594"/>
            </a:avLst>
          </a:prstGeom>
          <a:solidFill>
            <a:srgbClr val="1C2430"/>
          </a:solidFill>
          <a:ln/>
        </p:spPr>
      </p:sp>
      <p:sp>
        <p:nvSpPr>
          <p:cNvPr id="6" name="Text 3"/>
          <p:cNvSpPr/>
          <p:nvPr/>
        </p:nvSpPr>
        <p:spPr>
          <a:xfrm>
            <a:off x="1016000" y="3861544"/>
            <a:ext cx="3095803" cy="505420"/>
          </a:xfrm>
          <a:prstGeom prst="rect">
            <a:avLst/>
          </a:prstGeom>
          <a:noFill/>
          <a:ln/>
        </p:spPr>
        <p:txBody>
          <a:bodyPr wrap="square" lIns="0" tIns="0" rIns="0" bIns="0" rtlCol="0" anchor="t">
            <a:normAutofit/>
          </a:bodyPr>
          <a:lstStyle/>
          <a:p>
            <a:pPr algn="l" indent="0" marL="0">
              <a:lnSpc>
                <a:spcPts val="3780"/>
              </a:lnSpc>
              <a:buNone/>
            </a:pPr>
            <a:r>
              <a:rPr lang="en-US" sz="3600" b="1" dirty="0">
                <a:solidFill>
                  <a:srgbClr val="E9A54A"/>
                </a:solidFill>
                <a:latin typeface="IBM Plex Sans KR" pitchFamily="34" charset="0"/>
                <a:ea typeface="IBM Plex Sans KR" pitchFamily="34" charset="-122"/>
                <a:cs typeface="IBM Plex Sans KR" pitchFamily="34" charset="-120"/>
              </a:rPr>
              <a:t>8/8</a:t>
            </a:r>
            <a:endParaRPr lang="en-US" sz="3600" dirty="0"/>
          </a:p>
        </p:txBody>
      </p:sp>
      <p:sp>
        <p:nvSpPr>
          <p:cNvPr id="7" name="Text 4"/>
          <p:cNvSpPr/>
          <p:nvPr/>
        </p:nvSpPr>
        <p:spPr>
          <a:xfrm>
            <a:off x="1016000" y="4366964"/>
            <a:ext cx="309580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2EFE8"/>
                </a:solidFill>
                <a:latin typeface="IBM Plex Sans KR" pitchFamily="34" charset="0"/>
                <a:ea typeface="IBM Plex Sans KR" pitchFamily="34" charset="-122"/>
                <a:cs typeface="IBM Plex Sans KR" pitchFamily="34" charset="-120"/>
              </a:rPr>
              <a:t>S5 분기: 조립체별 SKILL.md를 쓴 2차 시도가 모두 최소 검사, 실패 검사 0</a:t>
            </a:r>
            <a:endParaRPr lang="en-US" sz="1200" dirty="0"/>
          </a:p>
        </p:txBody>
      </p:sp>
      <p:sp>
        <p:nvSpPr>
          <p:cNvPr id="8" name="Shape 5"/>
          <p:cNvSpPr/>
          <p:nvPr/>
        </p:nvSpPr>
        <p:spPr>
          <a:xfrm>
            <a:off x="4380409" y="3737719"/>
            <a:ext cx="3418433" cy="1192411"/>
          </a:xfrm>
          <a:prstGeom prst="roundRect">
            <a:avLst>
              <a:gd name="adj" fmla="val 10384"/>
            </a:avLst>
          </a:prstGeom>
          <a:solidFill>
            <a:srgbClr val="FFFEFB"/>
          </a:solidFill>
          <a:ln w="6350">
            <a:solidFill>
              <a:srgbClr val="DCD8CF"/>
            </a:solidFill>
            <a:prstDash val="solid"/>
          </a:ln>
        </p:spPr>
      </p:sp>
      <p:sp>
        <p:nvSpPr>
          <p:cNvPr id="9" name="Text 6"/>
          <p:cNvSpPr/>
          <p:nvPr/>
        </p:nvSpPr>
        <p:spPr>
          <a:xfrm>
            <a:off x="4586784" y="3867894"/>
            <a:ext cx="3095854" cy="505420"/>
          </a:xfrm>
          <a:prstGeom prst="rect">
            <a:avLst/>
          </a:prstGeom>
          <a:noFill/>
          <a:ln/>
        </p:spPr>
        <p:txBody>
          <a:bodyPr wrap="square" lIns="0" tIns="0" rIns="0" bIns="0" rtlCol="0" anchor="t">
            <a:normAutofit/>
          </a:bodyPr>
          <a:lstStyle/>
          <a:p>
            <a:pPr algn="l" indent="0" marL="0">
              <a:lnSpc>
                <a:spcPts val="3780"/>
              </a:lnSpc>
              <a:buNone/>
            </a:pPr>
            <a:r>
              <a:rPr lang="en-US" sz="3600" b="1" dirty="0">
                <a:solidFill>
                  <a:srgbClr val="2F6E9A"/>
                </a:solidFill>
                <a:latin typeface="IBM Plex Sans KR" pitchFamily="34" charset="0"/>
                <a:ea typeface="IBM Plex Sans KR" pitchFamily="34" charset="-122"/>
                <a:cs typeface="IBM Plex Sans KR" pitchFamily="34" charset="-120"/>
              </a:rPr>
              <a:t>16/16</a:t>
            </a:r>
            <a:endParaRPr lang="en-US" sz="3600" dirty="0"/>
          </a:p>
        </p:txBody>
      </p:sp>
      <p:sp>
        <p:nvSpPr>
          <p:cNvPr id="10" name="Text 7"/>
          <p:cNvSpPr/>
          <p:nvPr/>
        </p:nvSpPr>
        <p:spPr>
          <a:xfrm>
            <a:off x="4586784" y="4373314"/>
            <a:ext cx="309585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7"/>
                </a:solidFill>
                <a:latin typeface="IBM Plex Sans KR" pitchFamily="34" charset="0"/>
                <a:ea typeface="IBM Plex Sans KR" pitchFamily="34" charset="-122"/>
                <a:cs typeface="IBM Plex Sans KR" pitchFamily="34" charset="-120"/>
              </a:rPr>
              <a:t>S3 분기에서도 재현 (B·C 각 2회), 그중 15회가 최소 검사</a:t>
            </a:r>
            <a:endParaRPr lang="en-US" sz="1200" dirty="0"/>
          </a:p>
        </p:txBody>
      </p:sp>
      <p:sp>
        <p:nvSpPr>
          <p:cNvPr id="11" name="Shape 8"/>
          <p:cNvSpPr/>
          <p:nvPr/>
        </p:nvSpPr>
        <p:spPr>
          <a:xfrm>
            <a:off x="7957592" y="3737719"/>
            <a:ext cx="3418433" cy="1192411"/>
          </a:xfrm>
          <a:prstGeom prst="roundRect">
            <a:avLst>
              <a:gd name="adj" fmla="val 10384"/>
            </a:avLst>
          </a:prstGeom>
          <a:solidFill>
            <a:srgbClr val="FFFEFB"/>
          </a:solidFill>
          <a:ln w="6350">
            <a:solidFill>
              <a:srgbClr val="DCD8CF"/>
            </a:solidFill>
            <a:prstDash val="solid"/>
          </a:ln>
        </p:spPr>
      </p:sp>
      <p:sp>
        <p:nvSpPr>
          <p:cNvPr id="12" name="Text 9"/>
          <p:cNvSpPr/>
          <p:nvPr/>
        </p:nvSpPr>
        <p:spPr>
          <a:xfrm>
            <a:off x="8163967" y="3867894"/>
            <a:ext cx="3095854" cy="505420"/>
          </a:xfrm>
          <a:prstGeom prst="rect">
            <a:avLst/>
          </a:prstGeom>
          <a:noFill/>
          <a:ln/>
        </p:spPr>
        <p:txBody>
          <a:bodyPr wrap="square" lIns="0" tIns="0" rIns="0" bIns="0" rtlCol="0" anchor="t">
            <a:normAutofit/>
          </a:bodyPr>
          <a:lstStyle/>
          <a:p>
            <a:pPr algn="l" indent="0" marL="0">
              <a:lnSpc>
                <a:spcPts val="3780"/>
              </a:lnSpc>
              <a:buNone/>
            </a:pPr>
            <a:r>
              <a:rPr lang="en-US" sz="3600" b="1" dirty="0">
                <a:solidFill>
                  <a:srgbClr val="A85A12"/>
                </a:solidFill>
                <a:latin typeface="IBM Plex Sans KR" pitchFamily="34" charset="0"/>
                <a:ea typeface="IBM Plex Sans KR" pitchFamily="34" charset="-122"/>
                <a:cs typeface="IBM Plex Sans KR" pitchFamily="34" charset="-120"/>
              </a:rPr>
              <a:t>9/12</a:t>
            </a:r>
            <a:endParaRPr lang="en-US" sz="3600" dirty="0"/>
          </a:p>
        </p:txBody>
      </p:sp>
      <p:sp>
        <p:nvSpPr>
          <p:cNvPr id="13" name="Text 10"/>
          <p:cNvSpPr/>
          <p:nvPr/>
        </p:nvSpPr>
        <p:spPr>
          <a:xfrm>
            <a:off x="8163967" y="4373314"/>
            <a:ext cx="309585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7"/>
                </a:solidFill>
                <a:latin typeface="IBM Plex Sans KR" pitchFamily="34" charset="0"/>
                <a:ea typeface="IBM Plex Sans KR" pitchFamily="34" charset="-122"/>
                <a:cs typeface="IBM Plex Sans KR" pitchFamily="34" charset="-120"/>
              </a:rPr>
              <a:t>조립체별 SKILL.md 없는 2차 시도 성공 (A, B·S3, C·S3)</a:t>
            </a:r>
            <a:endParaRPr lang="en-US" sz="1200" dirty="0"/>
          </a:p>
        </p:txBody>
      </p:sp>
      <p:sp>
        <p:nvSpPr>
          <p:cNvPr id="14" name="Text 11"/>
          <p:cNvSpPr/>
          <p:nvPr/>
        </p:nvSpPr>
        <p:spPr>
          <a:xfrm>
            <a:off x="812800" y="5111105"/>
            <a:ext cx="10566400" cy="449560"/>
          </a:xfrm>
          <a:prstGeom prst="roundRect">
            <a:avLst>
              <a:gd name="adj" fmla="val 22600"/>
            </a:avLst>
          </a:prstGeom>
          <a:solidFill>
            <a:srgbClr val="F3E2CC"/>
          </a:solidFill>
          <a:ln/>
        </p:spPr>
        <p:txBody>
          <a:bodyPr wrap="square" lIns="160742" tIns="84542" rIns="0" bIns="59142" rtlCol="0" anchor="t">
            <a:normAutofit/>
          </a:bodyPr>
          <a:lstStyle/>
          <a:p>
            <a:pPr algn="l" indent="0" marL="0">
              <a:lnSpc>
                <a:spcPts val="1740"/>
              </a:lnSpc>
              <a:buNone/>
            </a:pPr>
            <a:r>
              <a:rPr lang="en-US" sz="1200" b="1" dirty="0">
                <a:solidFill>
                  <a:srgbClr val="3E4A57"/>
                </a:solidFill>
                <a:latin typeface="IBM Plex Sans KR" pitchFamily="34" charset="0"/>
                <a:ea typeface="IBM Plex Sans KR" pitchFamily="34" charset="-122"/>
                <a:cs typeface="IBM Plex Sans KR" pitchFamily="34" charset="-120"/>
              </a:rPr>
              <a:t>해석</a:t>
            </a:r>
            <a:r>
              <a:rPr lang="en-US" sz="1200" dirty="0">
                <a:solidFill>
                  <a:srgbClr val="3E4A57"/>
                </a:solidFill>
                <a:latin typeface="IBM Plex Sans KR" pitchFamily="34" charset="0"/>
                <a:ea typeface="IBM Plex Sans KR" pitchFamily="34" charset="-122"/>
                <a:cs typeface="IBM Plex Sans KR" pitchFamily="34" charset="-120"/>
              </a:rPr>
              <a:t> 주된 원인은 1차에서 검증된 제거 순서를 기록해 다시 쓴 것입니다(경로만 재생하는 대조는 하지 않음). 의미는 반복 제품에서의 신뢰성과 실패 시도 감소에 있습니다.</a:t>
            </a:r>
            <a:endParaRPr lang="en-US" sz="1200" dirty="0"/>
          </a:p>
        </p:txBody>
      </p:sp>
      <p:sp>
        <p:nvSpPr>
          <p:cNvPr id="15" name="Text 1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480"/>
                </a:solidFill>
                <a:latin typeface="IBM Plex Sans KR" pitchFamily="34" charset="0"/>
                <a:ea typeface="IBM Plex Sans KR" pitchFamily="34" charset="-122"/>
                <a:cs typeface="IBM Plex Sans KR" pitchFamily="34" charset="-120"/>
              </a:rPr>
              <a:t>SKILL.md 기반 Disassembly Planner · 9 · 실패 = 900초 시간 초과 · A는 2차에도 SKILL.md 없이 다시 시도</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5A12"/>
                </a:solidFill>
                <a:latin typeface="IBM Plex Sans KR" pitchFamily="34" charset="0"/>
                <a:ea typeface="IBM Plex Sans KR" pitchFamily="34" charset="-122"/>
                <a:cs typeface="IBM Plex Sans KR" pitchFamily="34" charset="-120"/>
              </a:rPr>
              <a:t>9 · 결과 ② 처음 보는 조립체를 분해할 때</a:t>
            </a:r>
            <a:endParaRPr lang="en-US" sz="1200" dirty="0"/>
          </a:p>
        </p:txBody>
      </p:sp>
      <p:sp>
        <p:nvSpPr>
          <p:cNvPr id="3" name="Text 1"/>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C2430"/>
                </a:solidFill>
                <a:latin typeface="IBM Plex Sans KR" pitchFamily="34" charset="0"/>
                <a:ea typeface="IBM Plex Sans KR" pitchFamily="34" charset="-122"/>
                <a:cs typeface="IBM Plex Sans KR" pitchFamily="34" charset="-120"/>
              </a:rPr>
              <a:t>1차 시도: C·S5는 4/4, A와 B·S5는 3/4</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85541"/>
          <a:ext cx="10553700" cy="2155924"/>
        </p:xfrm>
        <a:graphic>
          <a:graphicData uri="http://schemas.openxmlformats.org/drawingml/2006/table">
            <a:tbl>
              <a:tblPr/>
              <a:tblGrid>
                <a:gridCol w="2955036"/>
                <a:gridCol w="1477518"/>
                <a:gridCol w="1477518"/>
                <a:gridCol w="1477518"/>
                <a:gridCol w="1477518"/>
                <a:gridCol w="1688592"/>
              </a:tblGrid>
              <a:tr h="359321">
                <a:tc>
                  <a:txBody>
                    <a:bodyPr/>
                    <a:lstStyle/>
                    <a:p>
                      <a:pPr indent="0" marL="0">
                        <a:lnSpc>
                          <a:spcPts val="1820"/>
                        </a:lnSpc>
                        <a:buNone/>
                      </a:pPr>
                      <a:r>
                        <a:rPr lang="en-US" sz="1300" b="1" dirty="0">
                          <a:solidFill>
                            <a:srgbClr val="F2EFE8"/>
                          </a:solidFill>
                          <a:latin typeface="IBM Plex Sans KR" pitchFamily="34" charset="0"/>
                          <a:ea typeface="IBM Plex Sans KR" pitchFamily="34" charset="-122"/>
                          <a:cs typeface="IBM Plex Sans KR" pitchFamily="34" charset="-120"/>
                        </a:rPr>
                        <a:t>1차 시도 (검사 수)</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1A202A"/>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1A202A"/>
                      </a:solidFill>
                      <a:prstDash val="solid"/>
                      <a:round/>
                      <a:headEnd type="none" w="med" len="med"/>
                      <a:tailEnd type="none" w="med" len="med"/>
                    </a:lnB>
                    <a:solidFill>
                      <a:srgbClr val="1C2430"/>
                    </a:solidFill>
                  </a:tcPr>
                </a:tc>
                <a:tc>
                  <a:txBody>
                    <a:bodyPr/>
                    <a:lstStyle/>
                    <a:p>
                      <a:pPr algn="ctr" indent="0" marL="0">
                        <a:lnSpc>
                          <a:spcPts val="1820"/>
                        </a:lnSpc>
                        <a:buNone/>
                      </a:pPr>
                      <a:r>
                        <a:rPr lang="en-US" sz="1300" b="1" dirty="0">
                          <a:solidFill>
                            <a:srgbClr val="F2EFE8"/>
                          </a:solidFill>
                          <a:latin typeface="IBM Plex Sans KR" pitchFamily="34" charset="0"/>
                          <a:ea typeface="IBM Plex Sans KR" pitchFamily="34" charset="-122"/>
                          <a:cs typeface="IBM Plex Sans KR" pitchFamily="34" charset="-120"/>
                        </a:rPr>
                        <a:t>02260</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1A202A"/>
                      </a:solidFill>
                      <a:prstDash val="solid"/>
                      <a:round/>
                      <a:headEnd type="none" w="med" len="med"/>
                      <a:tailEnd type="none" w="med" len="med"/>
                    </a:lnL>
                    <a:lnR w="12700" cap="flat" cmpd="sng" algn="ctr">
                      <a:solidFill>
                        <a:srgbClr val="1A202A"/>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1A202A"/>
                      </a:solidFill>
                      <a:prstDash val="solid"/>
                      <a:round/>
                      <a:headEnd type="none" w="med" len="med"/>
                      <a:tailEnd type="none" w="med" len="med"/>
                    </a:lnB>
                    <a:solidFill>
                      <a:srgbClr val="1C2430"/>
                    </a:solidFill>
                  </a:tcPr>
                </a:tc>
                <a:tc>
                  <a:txBody>
                    <a:bodyPr/>
                    <a:lstStyle/>
                    <a:p>
                      <a:pPr algn="ctr" indent="0" marL="0">
                        <a:lnSpc>
                          <a:spcPts val="1820"/>
                        </a:lnSpc>
                        <a:buNone/>
                      </a:pPr>
                      <a:r>
                        <a:rPr lang="en-US" sz="1300" b="1" dirty="0">
                          <a:solidFill>
                            <a:srgbClr val="F2EFE8"/>
                          </a:solidFill>
                          <a:latin typeface="IBM Plex Sans KR" pitchFamily="34" charset="0"/>
                          <a:ea typeface="IBM Plex Sans KR" pitchFamily="34" charset="-122"/>
                          <a:cs typeface="IBM Plex Sans KR" pitchFamily="34" charset="-120"/>
                        </a:rPr>
                        <a:t>02991</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1A202A"/>
                      </a:solidFill>
                      <a:prstDash val="solid"/>
                      <a:round/>
                      <a:headEnd type="none" w="med" len="med"/>
                      <a:tailEnd type="none" w="med" len="med"/>
                    </a:lnL>
                    <a:lnR w="12700" cap="flat" cmpd="sng" algn="ctr">
                      <a:solidFill>
                        <a:srgbClr val="1A202A"/>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1A202A"/>
                      </a:solidFill>
                      <a:prstDash val="solid"/>
                      <a:round/>
                      <a:headEnd type="none" w="med" len="med"/>
                      <a:tailEnd type="none" w="med" len="med"/>
                    </a:lnB>
                    <a:solidFill>
                      <a:srgbClr val="1C2430"/>
                    </a:solidFill>
                  </a:tcPr>
                </a:tc>
                <a:tc>
                  <a:txBody>
                    <a:bodyPr/>
                    <a:lstStyle/>
                    <a:p>
                      <a:pPr algn="ctr" indent="0" marL="0">
                        <a:lnSpc>
                          <a:spcPts val="1820"/>
                        </a:lnSpc>
                        <a:buNone/>
                      </a:pPr>
                      <a:r>
                        <a:rPr lang="en-US" sz="1300" b="1" dirty="0">
                          <a:solidFill>
                            <a:srgbClr val="F2EFE8"/>
                          </a:solidFill>
                          <a:latin typeface="IBM Plex Sans KR" pitchFamily="34" charset="0"/>
                          <a:ea typeface="IBM Plex Sans KR" pitchFamily="34" charset="-122"/>
                          <a:cs typeface="IBM Plex Sans KR" pitchFamily="34" charset="-120"/>
                        </a:rPr>
                        <a:t>05879</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1A202A"/>
                      </a:solidFill>
                      <a:prstDash val="solid"/>
                      <a:round/>
                      <a:headEnd type="none" w="med" len="med"/>
                      <a:tailEnd type="none" w="med" len="med"/>
                    </a:lnL>
                    <a:lnR w="12700" cap="flat" cmpd="sng" algn="ctr">
                      <a:solidFill>
                        <a:srgbClr val="1A202A"/>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1A202A"/>
                      </a:solidFill>
                      <a:prstDash val="solid"/>
                      <a:round/>
                      <a:headEnd type="none" w="med" len="med"/>
                      <a:tailEnd type="none" w="med" len="med"/>
                    </a:lnB>
                    <a:solidFill>
                      <a:srgbClr val="1C2430"/>
                    </a:solidFill>
                  </a:tcPr>
                </a:tc>
                <a:tc>
                  <a:txBody>
                    <a:bodyPr/>
                    <a:lstStyle/>
                    <a:p>
                      <a:pPr algn="ctr" indent="0" marL="0">
                        <a:lnSpc>
                          <a:spcPts val="1820"/>
                        </a:lnSpc>
                        <a:buNone/>
                      </a:pPr>
                      <a:r>
                        <a:rPr lang="en-US" sz="1300" b="1" dirty="0">
                          <a:solidFill>
                            <a:srgbClr val="F2EFE8"/>
                          </a:solidFill>
                          <a:latin typeface="IBM Plex Sans KR" pitchFamily="34" charset="0"/>
                          <a:ea typeface="IBM Plex Sans KR" pitchFamily="34" charset="-122"/>
                          <a:cs typeface="IBM Plex Sans KR" pitchFamily="34" charset="-120"/>
                        </a:rPr>
                        <a:t>03937</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1A202A"/>
                      </a:solidFill>
                      <a:prstDash val="solid"/>
                      <a:round/>
                      <a:headEnd type="none" w="med" len="med"/>
                      <a:tailEnd type="none" w="med" len="med"/>
                    </a:lnL>
                    <a:lnR w="12700" cap="flat" cmpd="sng" algn="ctr">
                      <a:solidFill>
                        <a:srgbClr val="1A202A"/>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1A202A"/>
                      </a:solidFill>
                      <a:prstDash val="solid"/>
                      <a:round/>
                      <a:headEnd type="none" w="med" len="med"/>
                      <a:tailEnd type="none" w="med" len="med"/>
                    </a:lnB>
                    <a:solidFill>
                      <a:srgbClr val="1C2430"/>
                    </a:solidFill>
                  </a:tcPr>
                </a:tc>
                <a:tc>
                  <a:txBody>
                    <a:bodyPr/>
                    <a:lstStyle/>
                    <a:p>
                      <a:pPr algn="ctr" indent="0" marL="0">
                        <a:lnSpc>
                          <a:spcPts val="1820"/>
                        </a:lnSpc>
                        <a:buNone/>
                      </a:pPr>
                      <a:r>
                        <a:rPr lang="en-US" sz="1300" b="1" dirty="0">
                          <a:solidFill>
                            <a:srgbClr val="F2EFE8"/>
                          </a:solidFill>
                          <a:latin typeface="IBM Plex Sans KR" pitchFamily="34" charset="0"/>
                          <a:ea typeface="IBM Plex Sans KR" pitchFamily="34" charset="-122"/>
                          <a:cs typeface="IBM Plex Sans KR" pitchFamily="34" charset="-120"/>
                        </a:rPr>
                        <a:t>성공</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1A202A"/>
                      </a:solidFill>
                      <a:prstDash val="solid"/>
                      <a:round/>
                      <a:headEnd type="none" w="med" len="med"/>
                      <a:tailEnd type="none" w="med" len="med"/>
                    </a:lnL>
                    <a:lnR w="12700" cap="flat" cmpd="sng" algn="ctr">
                      <a:solidFill>
                        <a:srgbClr val="1A202A"/>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1A202A"/>
                      </a:solidFill>
                      <a:prstDash val="solid"/>
                      <a:round/>
                      <a:headEnd type="none" w="med" len="med"/>
                      <a:tailEnd type="none" w="med" len="med"/>
                    </a:lnB>
                    <a:solidFill>
                      <a:srgbClr val="1C2430"/>
                    </a:solidFill>
                  </a:tcPr>
                </a:tc>
              </a:tr>
              <a:tr h="359321">
                <a:tc>
                  <a:txBody>
                    <a:bodyPr/>
                    <a:lstStyle/>
                    <a:p>
                      <a:pPr indent="0" marL="0">
                        <a:lnSpc>
                          <a:spcPts val="1820"/>
                        </a:lnSpc>
                        <a:buNone/>
                      </a:pPr>
                      <a:r>
                        <a:rPr lang="en-US" sz="1300" dirty="0">
                          <a:solidFill>
                            <a:srgbClr val="3E4A57"/>
                          </a:solidFill>
                          <a:latin typeface="IBM Plex Sans KR" pitchFamily="34" charset="0"/>
                          <a:ea typeface="IBM Plex Sans KR" pitchFamily="34" charset="-122"/>
                          <a:cs typeface="IBM Plex Sans KR" pitchFamily="34" charset="-120"/>
                        </a:rPr>
                        <a:t>A SKILL.md 없음</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1A202A"/>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algn="ctr" indent="0" marL="0">
                        <a:lnSpc>
                          <a:spcPts val="1820"/>
                        </a:lnSpc>
                        <a:buNone/>
                      </a:pPr>
                      <a:r>
                        <a:rPr lang="en-US" sz="1300" dirty="0">
                          <a:solidFill>
                            <a:srgbClr val="A85A12"/>
                          </a:solidFill>
                          <a:latin typeface="IBM Plex Sans KR" pitchFamily="34" charset="0"/>
                          <a:ea typeface="IBM Plex Sans KR" pitchFamily="34" charset="-122"/>
                          <a:cs typeface="IBM Plex Sans KR" pitchFamily="34" charset="-120"/>
                        </a:rPr>
                        <a:t>실패 3/10</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1A202A"/>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algn="ctr" indent="0" marL="0">
                        <a:lnSpc>
                          <a:spcPts val="1820"/>
                        </a:lnSpc>
                        <a:buNone/>
                      </a:pPr>
                      <a:r>
                        <a:rPr lang="en-US" sz="1300" dirty="0">
                          <a:solidFill>
                            <a:srgbClr val="3E4A57"/>
                          </a:solidFill>
                          <a:latin typeface="IBM Plex Sans KR" pitchFamily="34" charset="0"/>
                          <a:ea typeface="IBM Plex Sans KR" pitchFamily="34" charset="-122"/>
                          <a:cs typeface="IBM Plex Sans KR" pitchFamily="34" charset="-120"/>
                        </a:rPr>
                        <a:t>8</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1A202A"/>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algn="ctr" indent="0" marL="0">
                        <a:lnSpc>
                          <a:spcPts val="1820"/>
                        </a:lnSpc>
                        <a:buNone/>
                      </a:pPr>
                      <a:r>
                        <a:rPr lang="en-US" sz="1300" dirty="0">
                          <a:solidFill>
                            <a:srgbClr val="3E4A57"/>
                          </a:solidFill>
                          <a:latin typeface="IBM Plex Sans KR" pitchFamily="34" charset="0"/>
                          <a:ea typeface="IBM Plex Sans KR" pitchFamily="34" charset="-122"/>
                          <a:cs typeface="IBM Plex Sans KR" pitchFamily="34" charset="-120"/>
                        </a:rPr>
                        <a:t>17</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1A202A"/>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algn="ctr" indent="0" marL="0">
                        <a:lnSpc>
                          <a:spcPts val="1820"/>
                        </a:lnSpc>
                        <a:buNone/>
                      </a:pPr>
                      <a:r>
                        <a:rPr lang="en-US" sz="1300" dirty="0">
                          <a:solidFill>
                            <a:srgbClr val="3E4A57"/>
                          </a:solidFill>
                          <a:latin typeface="IBM Plex Sans KR" pitchFamily="34" charset="0"/>
                          <a:ea typeface="IBM Plex Sans KR" pitchFamily="34" charset="-122"/>
                          <a:cs typeface="IBM Plex Sans KR" pitchFamily="34" charset="-120"/>
                        </a:rPr>
                        <a:t>54</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1A202A"/>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algn="ctr" indent="0" marL="0">
                        <a:lnSpc>
                          <a:spcPts val="1820"/>
                        </a:lnSpc>
                        <a:buNone/>
                      </a:pPr>
                      <a:r>
                        <a:rPr lang="en-US" sz="1300" dirty="0">
                          <a:solidFill>
                            <a:srgbClr val="3E4A57"/>
                          </a:solidFill>
                          <a:latin typeface="IBM Plex Sans KR" pitchFamily="34" charset="0"/>
                          <a:ea typeface="IBM Plex Sans KR" pitchFamily="34" charset="-122"/>
                          <a:cs typeface="IBM Plex Sans KR" pitchFamily="34" charset="-120"/>
                        </a:rPr>
                        <a:t>3/4</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1A202A"/>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59321">
                <a:tc>
                  <a:txBody>
                    <a:bodyPr/>
                    <a:lstStyle/>
                    <a:p>
                      <a:pPr indent="0" marL="0">
                        <a:lnSpc>
                          <a:spcPts val="1820"/>
                        </a:lnSpc>
                        <a:buNone/>
                      </a:pPr>
                      <a:r>
                        <a:rPr lang="en-US" sz="1300" dirty="0">
                          <a:solidFill>
                            <a:srgbClr val="3E4A57"/>
                          </a:solidFill>
                          <a:latin typeface="IBM Plex Sans KR" pitchFamily="34" charset="0"/>
                          <a:ea typeface="IBM Plex Sans KR" pitchFamily="34" charset="-122"/>
                          <a:cs typeface="IBM Plex Sans KR" pitchFamily="34" charset="-120"/>
                        </a:rPr>
                        <a:t>B 범용 S5</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BCBC8"/>
                      </a:solidFill>
                      <a:prstDash val="solid"/>
                      <a:round/>
                      <a:headEnd type="none" w="med" len="med"/>
                      <a:tailEnd type="none" w="med" len="med"/>
                    </a:lnB>
                    <a:solidFill>
                      <a:srgbClr val="FFFEFB"/>
                    </a:solidFill>
                  </a:tcPr>
                </a:tc>
                <a:tc>
                  <a:txBody>
                    <a:bodyPr/>
                    <a:lstStyle/>
                    <a:p>
                      <a:pPr algn="ctr" indent="0" marL="0">
                        <a:lnSpc>
                          <a:spcPts val="1820"/>
                        </a:lnSpc>
                        <a:buNone/>
                      </a:pPr>
                      <a:r>
                        <a:rPr lang="en-US" sz="1300" dirty="0">
                          <a:solidFill>
                            <a:srgbClr val="A85A12"/>
                          </a:solidFill>
                          <a:latin typeface="IBM Plex Sans KR" pitchFamily="34" charset="0"/>
                          <a:ea typeface="IBM Plex Sans KR" pitchFamily="34" charset="-122"/>
                          <a:cs typeface="IBM Plex Sans KR" pitchFamily="34" charset="-120"/>
                        </a:rPr>
                        <a:t>실패 3/10</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BCBC8"/>
                      </a:solidFill>
                      <a:prstDash val="solid"/>
                      <a:round/>
                      <a:headEnd type="none" w="med" len="med"/>
                      <a:tailEnd type="none" w="med" len="med"/>
                    </a:lnB>
                    <a:solidFill>
                      <a:srgbClr val="FFFEFB"/>
                    </a:solidFill>
                  </a:tcPr>
                </a:tc>
                <a:tc>
                  <a:txBody>
                    <a:bodyPr/>
                    <a:lstStyle/>
                    <a:p>
                      <a:pPr algn="ctr" indent="0" marL="0">
                        <a:lnSpc>
                          <a:spcPts val="1820"/>
                        </a:lnSpc>
                        <a:buNone/>
                      </a:pPr>
                      <a:r>
                        <a:rPr lang="en-US" sz="1300" dirty="0">
                          <a:solidFill>
                            <a:srgbClr val="3E4A57"/>
                          </a:solidFill>
                          <a:latin typeface="IBM Plex Sans KR" pitchFamily="34" charset="0"/>
                          <a:ea typeface="IBM Plex Sans KR" pitchFamily="34" charset="-122"/>
                          <a:cs typeface="IBM Plex Sans KR" pitchFamily="34" charset="-120"/>
                        </a:rPr>
                        <a:t>8</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BCBC8"/>
                      </a:solidFill>
                      <a:prstDash val="solid"/>
                      <a:round/>
                      <a:headEnd type="none" w="med" len="med"/>
                      <a:tailEnd type="none" w="med" len="med"/>
                    </a:lnB>
                    <a:solidFill>
                      <a:srgbClr val="FFFEFB"/>
                    </a:solidFill>
                  </a:tcPr>
                </a:tc>
                <a:tc>
                  <a:txBody>
                    <a:bodyPr/>
                    <a:lstStyle/>
                    <a:p>
                      <a:pPr algn="ctr" indent="0" marL="0">
                        <a:lnSpc>
                          <a:spcPts val="1820"/>
                        </a:lnSpc>
                        <a:buNone/>
                      </a:pPr>
                      <a:r>
                        <a:rPr lang="en-US" sz="1300" dirty="0">
                          <a:solidFill>
                            <a:srgbClr val="3E4A57"/>
                          </a:solidFill>
                          <a:latin typeface="IBM Plex Sans KR" pitchFamily="34" charset="0"/>
                          <a:ea typeface="IBM Plex Sans KR" pitchFamily="34" charset="-122"/>
                          <a:cs typeface="IBM Plex Sans KR" pitchFamily="34" charset="-120"/>
                        </a:rPr>
                        <a:t>8</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BCBC8"/>
                      </a:solidFill>
                      <a:prstDash val="solid"/>
                      <a:round/>
                      <a:headEnd type="none" w="med" len="med"/>
                      <a:tailEnd type="none" w="med" len="med"/>
                    </a:lnB>
                    <a:solidFill>
                      <a:srgbClr val="FFFEFB"/>
                    </a:solidFill>
                  </a:tcPr>
                </a:tc>
                <a:tc>
                  <a:txBody>
                    <a:bodyPr/>
                    <a:lstStyle/>
                    <a:p>
                      <a:pPr algn="ctr" indent="0" marL="0">
                        <a:lnSpc>
                          <a:spcPts val="1820"/>
                        </a:lnSpc>
                        <a:buNone/>
                      </a:pPr>
                      <a:r>
                        <a:rPr lang="en-US" sz="1300" dirty="0">
                          <a:solidFill>
                            <a:srgbClr val="3E4A57"/>
                          </a:solidFill>
                          <a:latin typeface="IBM Plex Sans KR" pitchFamily="34" charset="0"/>
                          <a:ea typeface="IBM Plex Sans KR" pitchFamily="34" charset="-122"/>
                          <a:cs typeface="IBM Plex Sans KR" pitchFamily="34" charset="-120"/>
                        </a:rPr>
                        <a:t>19</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BCBC8"/>
                      </a:solidFill>
                      <a:prstDash val="solid"/>
                      <a:round/>
                      <a:headEnd type="none" w="med" len="med"/>
                      <a:tailEnd type="none" w="med" len="med"/>
                    </a:lnB>
                    <a:solidFill>
                      <a:srgbClr val="FFFEFB"/>
                    </a:solidFill>
                  </a:tcPr>
                </a:tc>
                <a:tc>
                  <a:txBody>
                    <a:bodyPr/>
                    <a:lstStyle/>
                    <a:p>
                      <a:pPr algn="ctr" indent="0" marL="0">
                        <a:lnSpc>
                          <a:spcPts val="1820"/>
                        </a:lnSpc>
                        <a:buNone/>
                      </a:pPr>
                      <a:r>
                        <a:rPr lang="en-US" sz="1300" dirty="0">
                          <a:solidFill>
                            <a:srgbClr val="3E4A57"/>
                          </a:solidFill>
                          <a:latin typeface="IBM Plex Sans KR" pitchFamily="34" charset="0"/>
                          <a:ea typeface="IBM Plex Sans KR" pitchFamily="34" charset="-122"/>
                          <a:cs typeface="IBM Plex Sans KR" pitchFamily="34" charset="-120"/>
                        </a:rPr>
                        <a:t>3/4</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BCBC8"/>
                      </a:solidFill>
                      <a:prstDash val="solid"/>
                      <a:round/>
                      <a:headEnd type="none" w="med" len="med"/>
                      <a:tailEnd type="none" w="med" len="med"/>
                    </a:lnB>
                    <a:solidFill>
                      <a:srgbClr val="FFFEFB"/>
                    </a:solidFill>
                  </a:tcPr>
                </a:tc>
              </a:tr>
              <a:tr h="359321">
                <a:tc>
                  <a:txBody>
                    <a:bodyPr/>
                    <a:lstStyle/>
                    <a:p>
                      <a:pPr indent="0" marL="0">
                        <a:lnSpc>
                          <a:spcPts val="1820"/>
                        </a:lnSpc>
                        <a:buNone/>
                      </a:pPr>
                      <a:r>
                        <a:rPr lang="en-US" sz="1300" dirty="0">
                          <a:solidFill>
                            <a:srgbClr val="3E4A57"/>
                          </a:solidFill>
                          <a:latin typeface="IBM Plex Sans KR" pitchFamily="34" charset="0"/>
                          <a:ea typeface="IBM Plex Sans KR" pitchFamily="34" charset="-122"/>
                          <a:cs typeface="IBM Plex Sans KR" pitchFamily="34" charset="-120"/>
                        </a:rPr>
                        <a:t>C 범용 S5</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algn="ctr" indent="0" marL="0">
                        <a:lnSpc>
                          <a:spcPts val="1820"/>
                        </a:lnSpc>
                        <a:buNone/>
                      </a:pPr>
                      <a:r>
                        <a:rPr lang="en-US" sz="1300" dirty="0">
                          <a:solidFill>
                            <a:srgbClr val="3E4A57"/>
                          </a:solidFill>
                          <a:latin typeface="IBM Plex Sans KR" pitchFamily="34" charset="0"/>
                          <a:ea typeface="IBM Plex Sans KR" pitchFamily="34" charset="-122"/>
                          <a:cs typeface="IBM Plex Sans KR" pitchFamily="34" charset="-120"/>
                        </a:rPr>
                        <a:t>35</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algn="ctr" indent="0" marL="0">
                        <a:lnSpc>
                          <a:spcPts val="1820"/>
                        </a:lnSpc>
                        <a:buNone/>
                      </a:pPr>
                      <a:r>
                        <a:rPr lang="en-US" sz="1300" dirty="0">
                          <a:solidFill>
                            <a:srgbClr val="3E4A57"/>
                          </a:solidFill>
                          <a:latin typeface="IBM Plex Sans KR" pitchFamily="34" charset="0"/>
                          <a:ea typeface="IBM Plex Sans KR" pitchFamily="34" charset="-122"/>
                          <a:cs typeface="IBM Plex Sans KR" pitchFamily="34" charset="-120"/>
                        </a:rPr>
                        <a:t>8</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algn="ctr" indent="0" marL="0">
                        <a:lnSpc>
                          <a:spcPts val="1820"/>
                        </a:lnSpc>
                        <a:buNone/>
                      </a:pPr>
                      <a:r>
                        <a:rPr lang="en-US" sz="1300" dirty="0">
                          <a:solidFill>
                            <a:srgbClr val="3E4A57"/>
                          </a:solidFill>
                          <a:latin typeface="IBM Plex Sans KR" pitchFamily="34" charset="0"/>
                          <a:ea typeface="IBM Plex Sans KR" pitchFamily="34" charset="-122"/>
                          <a:cs typeface="IBM Plex Sans KR" pitchFamily="34" charset="-120"/>
                        </a:rPr>
                        <a:t>15</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algn="ctr" indent="0" marL="0">
                        <a:lnSpc>
                          <a:spcPts val="1820"/>
                        </a:lnSpc>
                        <a:buNone/>
                      </a:pPr>
                      <a:r>
                        <a:rPr lang="en-US" sz="1300" dirty="0">
                          <a:solidFill>
                            <a:srgbClr val="3E4A57"/>
                          </a:solidFill>
                          <a:latin typeface="IBM Plex Sans KR" pitchFamily="34" charset="0"/>
                          <a:ea typeface="IBM Plex Sans KR" pitchFamily="34" charset="-122"/>
                          <a:cs typeface="IBM Plex Sans KR" pitchFamily="34" charset="-120"/>
                        </a:rPr>
                        <a:t>55</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algn="ctr" indent="0" marL="0">
                        <a:lnSpc>
                          <a:spcPts val="1820"/>
                        </a:lnSpc>
                        <a:buNone/>
                      </a:pPr>
                      <a:r>
                        <a:rPr lang="en-US" sz="1300" dirty="0">
                          <a:solidFill>
                            <a:srgbClr val="2F6E9A"/>
                          </a:solidFill>
                          <a:latin typeface="IBM Plex Sans KR" pitchFamily="34" charset="0"/>
                          <a:ea typeface="IBM Plex Sans KR" pitchFamily="34" charset="-122"/>
                          <a:cs typeface="IBM Plex Sans KR" pitchFamily="34" charset="-120"/>
                        </a:rPr>
                        <a:t>4/4</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59321">
                <a:tc>
                  <a:txBody>
                    <a:bodyPr/>
                    <a:lstStyle/>
                    <a:p>
                      <a:pPr indent="0" marL="0">
                        <a:lnSpc>
                          <a:spcPts val="1820"/>
                        </a:lnSpc>
                        <a:buNone/>
                      </a:pPr>
                      <a:r>
                        <a:rPr lang="en-US" sz="1300" dirty="0">
                          <a:solidFill>
                            <a:srgbClr val="6B7480"/>
                          </a:solidFill>
                          <a:latin typeface="IBM Plex Sans KR" pitchFamily="34" charset="0"/>
                          <a:ea typeface="IBM Plex Sans KR" pitchFamily="34" charset="-122"/>
                          <a:cs typeface="IBM Plex Sans KR" pitchFamily="34" charset="-120"/>
                        </a:rPr>
                        <a:t>B 범용 S3 (이전 버전)</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BCBC8"/>
                      </a:solidFill>
                      <a:prstDash val="solid"/>
                      <a:round/>
                      <a:headEnd type="none" w="med" len="med"/>
                      <a:tailEnd type="none" w="med" len="med"/>
                    </a:lnB>
                    <a:solidFill>
                      <a:srgbClr val="FFFEFB"/>
                    </a:solidFill>
                  </a:tcPr>
                </a:tc>
                <a:tc>
                  <a:txBody>
                    <a:bodyPr/>
                    <a:lstStyle/>
                    <a:p>
                      <a:pPr algn="ctr" indent="0" marL="0">
                        <a:lnSpc>
                          <a:spcPts val="1820"/>
                        </a:lnSpc>
                        <a:buNone/>
                      </a:pPr>
                      <a:r>
                        <a:rPr lang="en-US" sz="1300" dirty="0">
                          <a:solidFill>
                            <a:srgbClr val="6B7480"/>
                          </a:solidFill>
                          <a:latin typeface="IBM Plex Sans KR" pitchFamily="34" charset="0"/>
                          <a:ea typeface="IBM Plex Sans KR" pitchFamily="34" charset="-122"/>
                          <a:cs typeface="IBM Plex Sans KR" pitchFamily="34" charset="-120"/>
                        </a:rPr>
                        <a:t>43</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BCBC8"/>
                      </a:solidFill>
                      <a:prstDash val="solid"/>
                      <a:round/>
                      <a:headEnd type="none" w="med" len="med"/>
                      <a:tailEnd type="none" w="med" len="med"/>
                    </a:lnB>
                    <a:solidFill>
                      <a:srgbClr val="FFFEFB"/>
                    </a:solidFill>
                  </a:tcPr>
                </a:tc>
                <a:tc>
                  <a:txBody>
                    <a:bodyPr/>
                    <a:lstStyle/>
                    <a:p>
                      <a:pPr algn="ctr" indent="0" marL="0">
                        <a:lnSpc>
                          <a:spcPts val="1820"/>
                        </a:lnSpc>
                        <a:buNone/>
                      </a:pPr>
                      <a:r>
                        <a:rPr lang="en-US" sz="1300" dirty="0">
                          <a:solidFill>
                            <a:srgbClr val="6B7480"/>
                          </a:solidFill>
                          <a:latin typeface="IBM Plex Sans KR" pitchFamily="34" charset="0"/>
                          <a:ea typeface="IBM Plex Sans KR" pitchFamily="34" charset="-122"/>
                          <a:cs typeface="IBM Plex Sans KR" pitchFamily="34" charset="-120"/>
                        </a:rPr>
                        <a:t>실패 0/8</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BCBC8"/>
                      </a:solidFill>
                      <a:prstDash val="solid"/>
                      <a:round/>
                      <a:headEnd type="none" w="med" len="med"/>
                      <a:tailEnd type="none" w="med" len="med"/>
                    </a:lnB>
                    <a:solidFill>
                      <a:srgbClr val="FFFEFB"/>
                    </a:solidFill>
                  </a:tcPr>
                </a:tc>
                <a:tc>
                  <a:txBody>
                    <a:bodyPr/>
                    <a:lstStyle/>
                    <a:p>
                      <a:pPr algn="ctr" indent="0" marL="0">
                        <a:lnSpc>
                          <a:spcPts val="1820"/>
                        </a:lnSpc>
                        <a:buNone/>
                      </a:pPr>
                      <a:r>
                        <a:rPr lang="en-US" sz="1300" dirty="0">
                          <a:solidFill>
                            <a:srgbClr val="6B7480"/>
                          </a:solidFill>
                          <a:latin typeface="IBM Plex Sans KR" pitchFamily="34" charset="0"/>
                          <a:ea typeface="IBM Plex Sans KR" pitchFamily="34" charset="-122"/>
                          <a:cs typeface="IBM Plex Sans KR" pitchFamily="34" charset="-120"/>
                        </a:rPr>
                        <a:t>8</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BCBC8"/>
                      </a:solidFill>
                      <a:prstDash val="solid"/>
                      <a:round/>
                      <a:headEnd type="none" w="med" len="med"/>
                      <a:tailEnd type="none" w="med" len="med"/>
                    </a:lnB>
                    <a:solidFill>
                      <a:srgbClr val="FFFEFB"/>
                    </a:solidFill>
                  </a:tcPr>
                </a:tc>
                <a:tc>
                  <a:txBody>
                    <a:bodyPr/>
                    <a:lstStyle/>
                    <a:p>
                      <a:pPr algn="ctr" indent="0" marL="0">
                        <a:lnSpc>
                          <a:spcPts val="1820"/>
                        </a:lnSpc>
                        <a:buNone/>
                      </a:pPr>
                      <a:r>
                        <a:rPr lang="en-US" sz="1300" dirty="0">
                          <a:solidFill>
                            <a:srgbClr val="6B7480"/>
                          </a:solidFill>
                          <a:latin typeface="IBM Plex Sans KR" pitchFamily="34" charset="0"/>
                          <a:ea typeface="IBM Plex Sans KR" pitchFamily="34" charset="-122"/>
                          <a:cs typeface="IBM Plex Sans KR" pitchFamily="34" charset="-120"/>
                        </a:rPr>
                        <a:t>76</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BCBC8"/>
                      </a:solidFill>
                      <a:prstDash val="solid"/>
                      <a:round/>
                      <a:headEnd type="none" w="med" len="med"/>
                      <a:tailEnd type="none" w="med" len="med"/>
                    </a:lnB>
                    <a:solidFill>
                      <a:srgbClr val="FFFEFB"/>
                    </a:solidFill>
                  </a:tcPr>
                </a:tc>
                <a:tc>
                  <a:txBody>
                    <a:bodyPr/>
                    <a:lstStyle/>
                    <a:p>
                      <a:pPr algn="ctr" indent="0" marL="0">
                        <a:lnSpc>
                          <a:spcPts val="1820"/>
                        </a:lnSpc>
                        <a:buNone/>
                      </a:pPr>
                      <a:r>
                        <a:rPr lang="en-US" sz="1300" dirty="0">
                          <a:solidFill>
                            <a:srgbClr val="6B7480"/>
                          </a:solidFill>
                          <a:latin typeface="IBM Plex Sans KR" pitchFamily="34" charset="0"/>
                          <a:ea typeface="IBM Plex Sans KR" pitchFamily="34" charset="-122"/>
                          <a:cs typeface="IBM Plex Sans KR" pitchFamily="34" charset="-120"/>
                        </a:rPr>
                        <a:t>3/4</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BCBC8"/>
                      </a:solidFill>
                      <a:prstDash val="solid"/>
                      <a:round/>
                      <a:headEnd type="none" w="med" len="med"/>
                      <a:tailEnd type="none" w="med" len="med"/>
                    </a:lnB>
                    <a:solidFill>
                      <a:srgbClr val="FFFEFB"/>
                    </a:solidFill>
                  </a:tcPr>
                </a:tc>
              </a:tr>
              <a:tr h="359321">
                <a:tc>
                  <a:txBody>
                    <a:bodyPr/>
                    <a:lstStyle/>
                    <a:p>
                      <a:pPr indent="0" marL="0">
                        <a:lnSpc>
                          <a:spcPts val="1820"/>
                        </a:lnSpc>
                        <a:buNone/>
                      </a:pPr>
                      <a:r>
                        <a:rPr lang="en-US" sz="1300" dirty="0">
                          <a:solidFill>
                            <a:srgbClr val="6B7480"/>
                          </a:solidFill>
                          <a:latin typeface="IBM Plex Sans KR" pitchFamily="34" charset="0"/>
                          <a:ea typeface="IBM Plex Sans KR" pitchFamily="34" charset="-122"/>
                          <a:cs typeface="IBM Plex Sans KR" pitchFamily="34" charset="-120"/>
                        </a:rPr>
                        <a:t>C 범용 S3 (이전 버전)</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algn="ctr" indent="0" marL="0">
                        <a:lnSpc>
                          <a:spcPts val="1820"/>
                        </a:lnSpc>
                        <a:buNone/>
                      </a:pPr>
                      <a:r>
                        <a:rPr lang="en-US" sz="1300" dirty="0">
                          <a:solidFill>
                            <a:srgbClr val="6B7480"/>
                          </a:solidFill>
                          <a:latin typeface="IBM Plex Sans KR" pitchFamily="34" charset="0"/>
                          <a:ea typeface="IBM Plex Sans KR" pitchFamily="34" charset="-122"/>
                          <a:cs typeface="IBM Plex Sans KR" pitchFamily="34" charset="-120"/>
                        </a:rPr>
                        <a:t>29</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algn="ctr" indent="0" marL="0">
                        <a:lnSpc>
                          <a:spcPts val="1820"/>
                        </a:lnSpc>
                        <a:buNone/>
                      </a:pPr>
                      <a:r>
                        <a:rPr lang="en-US" sz="1300" dirty="0">
                          <a:solidFill>
                            <a:srgbClr val="6B7480"/>
                          </a:solidFill>
                          <a:latin typeface="IBM Plex Sans KR" pitchFamily="34" charset="0"/>
                          <a:ea typeface="IBM Plex Sans KR" pitchFamily="34" charset="-122"/>
                          <a:cs typeface="IBM Plex Sans KR" pitchFamily="34" charset="-120"/>
                        </a:rPr>
                        <a:t>8</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algn="ctr" indent="0" marL="0">
                        <a:lnSpc>
                          <a:spcPts val="1820"/>
                        </a:lnSpc>
                        <a:buNone/>
                      </a:pPr>
                      <a:r>
                        <a:rPr lang="en-US" sz="1300" dirty="0">
                          <a:solidFill>
                            <a:srgbClr val="6B7480"/>
                          </a:solidFill>
                          <a:latin typeface="IBM Plex Sans KR" pitchFamily="34" charset="0"/>
                          <a:ea typeface="IBM Plex Sans KR" pitchFamily="34" charset="-122"/>
                          <a:cs typeface="IBM Plex Sans KR" pitchFamily="34" charset="-120"/>
                        </a:rPr>
                        <a:t>56</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algn="ctr" indent="0" marL="0">
                        <a:lnSpc>
                          <a:spcPts val="1820"/>
                        </a:lnSpc>
                        <a:buNone/>
                      </a:pPr>
                      <a:r>
                        <a:rPr lang="en-US" sz="1300" dirty="0">
                          <a:solidFill>
                            <a:srgbClr val="6B7480"/>
                          </a:solidFill>
                          <a:latin typeface="IBM Plex Sans KR" pitchFamily="34" charset="0"/>
                          <a:ea typeface="IBM Plex Sans KR" pitchFamily="34" charset="-122"/>
                          <a:cs typeface="IBM Plex Sans KR" pitchFamily="34" charset="-120"/>
                        </a:rPr>
                        <a:t>68</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algn="ctr" indent="0" marL="0">
                        <a:lnSpc>
                          <a:spcPts val="1820"/>
                        </a:lnSpc>
                        <a:buNone/>
                      </a:pPr>
                      <a:r>
                        <a:rPr lang="en-US" sz="1300" dirty="0">
                          <a:solidFill>
                            <a:srgbClr val="6B7480"/>
                          </a:solidFill>
                          <a:latin typeface="IBM Plex Sans KR" pitchFamily="34" charset="0"/>
                          <a:ea typeface="IBM Plex Sans KR" pitchFamily="34" charset="-122"/>
                          <a:cs typeface="IBM Plex Sans KR" pitchFamily="34" charset="-120"/>
                        </a:rPr>
                        <a:t>4/4</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bl>
          </a:graphicData>
        </a:graphic>
      </p:graphicFrame>
      <p:sp>
        <p:nvSpPr>
          <p:cNvPr id="5" name="Shape 2"/>
          <p:cNvSpPr/>
          <p:nvPr/>
        </p:nvSpPr>
        <p:spPr>
          <a:xfrm>
            <a:off x="815975" y="4147840"/>
            <a:ext cx="3418384" cy="1177131"/>
          </a:xfrm>
          <a:prstGeom prst="roundRect">
            <a:avLst>
              <a:gd name="adj" fmla="val 8361"/>
            </a:avLst>
          </a:prstGeom>
          <a:solidFill>
            <a:srgbClr val="FFFEFB"/>
          </a:solidFill>
          <a:ln w="6350">
            <a:solidFill>
              <a:srgbClr val="DCD8CF"/>
            </a:solidFill>
            <a:prstDash val="solid"/>
          </a:ln>
        </p:spPr>
      </p:sp>
      <p:sp>
        <p:nvSpPr>
          <p:cNvPr id="6" name="Text 3"/>
          <p:cNvSpPr/>
          <p:nvPr/>
        </p:nvSpPr>
        <p:spPr>
          <a:xfrm>
            <a:off x="996950" y="4290715"/>
            <a:ext cx="3148127"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C2430"/>
                </a:solidFill>
                <a:latin typeface="IBM Plex Sans KR" pitchFamily="34" charset="0"/>
                <a:ea typeface="IBM Plex Sans KR" pitchFamily="34" charset="-122"/>
                <a:cs typeface="IBM Plex Sans KR" pitchFamily="34" charset="-120"/>
              </a:rPr>
              <a:t>S5 · 최신 범용 SKILL.md</a:t>
            </a:r>
            <a:endParaRPr lang="en-US" sz="1400" dirty="0"/>
          </a:p>
        </p:txBody>
      </p:sp>
      <p:sp>
        <p:nvSpPr>
          <p:cNvPr id="7" name="Text 4"/>
          <p:cNvSpPr/>
          <p:nvPr/>
        </p:nvSpPr>
        <p:spPr>
          <a:xfrm>
            <a:off x="996950" y="4554835"/>
            <a:ext cx="314812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0"/>
                </a:solidFill>
                <a:latin typeface="IBM Plex Sans KR" pitchFamily="34" charset="0"/>
                <a:ea typeface="IBM Plex Sans KR" pitchFamily="34" charset="-122"/>
                <a:cs typeface="IBM Plex Sans KR" pitchFamily="34" charset="-120"/>
              </a:rPr>
              <a:t>실제 방향으로 되는 축을 찾아 집중, 아래 방향 제외, 참조 코드 포함</a:t>
            </a:r>
            <a:endParaRPr lang="en-US" sz="1200" dirty="0"/>
          </a:p>
        </p:txBody>
      </p:sp>
      <p:sp>
        <p:nvSpPr>
          <p:cNvPr id="8" name="Shape 5"/>
          <p:cNvSpPr/>
          <p:nvPr/>
        </p:nvSpPr>
        <p:spPr>
          <a:xfrm>
            <a:off x="4393109" y="4147840"/>
            <a:ext cx="3418433" cy="1177131"/>
          </a:xfrm>
          <a:prstGeom prst="roundRect">
            <a:avLst>
              <a:gd name="adj" fmla="val 8361"/>
            </a:avLst>
          </a:prstGeom>
          <a:solidFill>
            <a:srgbClr val="FFFEFB"/>
          </a:solidFill>
          <a:ln w="6350">
            <a:solidFill>
              <a:srgbClr val="DCD8CF"/>
            </a:solidFill>
            <a:prstDash val="solid"/>
          </a:ln>
        </p:spPr>
      </p:sp>
      <p:sp>
        <p:nvSpPr>
          <p:cNvPr id="9" name="Text 6"/>
          <p:cNvSpPr/>
          <p:nvPr/>
        </p:nvSpPr>
        <p:spPr>
          <a:xfrm>
            <a:off x="4574084" y="4290715"/>
            <a:ext cx="3148178"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C2430"/>
                </a:solidFill>
                <a:latin typeface="IBM Plex Sans KR" pitchFamily="34" charset="0"/>
                <a:ea typeface="IBM Plex Sans KR" pitchFamily="34" charset="-122"/>
                <a:cs typeface="IBM Plex Sans KR" pitchFamily="34" charset="-120"/>
              </a:rPr>
              <a:t>S3 · 이전 버전 (비교용)</a:t>
            </a:r>
            <a:endParaRPr lang="en-US" sz="1400" dirty="0"/>
          </a:p>
        </p:txBody>
      </p:sp>
      <p:sp>
        <p:nvSpPr>
          <p:cNvPr id="10" name="Text 7"/>
          <p:cNvSpPr/>
          <p:nvPr/>
        </p:nvSpPr>
        <p:spPr>
          <a:xfrm>
            <a:off x="4574084" y="4554835"/>
            <a:ext cx="314817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0"/>
                </a:solidFill>
                <a:latin typeface="IBM Plex Sans KR" pitchFamily="34" charset="0"/>
                <a:ea typeface="IBM Plex Sans KR" pitchFamily="34" charset="-122"/>
                <a:cs typeface="IBM Plex Sans KR" pitchFamily="34" charset="-120"/>
              </a:rPr>
              <a:t>성공 수는 S5와 같고, 검사 수는 CAD마다 엇갈림. 4개 CAD로는 우열을 판단할 수 없음</a:t>
            </a:r>
            <a:endParaRPr lang="en-US" sz="1200" dirty="0"/>
          </a:p>
        </p:txBody>
      </p:sp>
      <p:sp>
        <p:nvSpPr>
          <p:cNvPr id="11" name="Shape 8"/>
          <p:cNvSpPr/>
          <p:nvPr/>
        </p:nvSpPr>
        <p:spPr>
          <a:xfrm>
            <a:off x="7967117" y="4144665"/>
            <a:ext cx="3412083" cy="1183481"/>
          </a:xfrm>
          <a:prstGeom prst="roundRect">
            <a:avLst>
              <a:gd name="adj" fmla="val 8585"/>
            </a:avLst>
          </a:prstGeom>
          <a:solidFill>
            <a:srgbClr val="F3E2CC"/>
          </a:solidFill>
          <a:ln/>
        </p:spPr>
      </p:sp>
      <p:sp>
        <p:nvSpPr>
          <p:cNvPr id="12" name="Text 9"/>
          <p:cNvSpPr/>
          <p:nvPr/>
        </p:nvSpPr>
        <p:spPr>
          <a:xfrm>
            <a:off x="8144917" y="4284365"/>
            <a:ext cx="3148178"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C2430"/>
                </a:solidFill>
                <a:latin typeface="IBM Plex Sans KR" pitchFamily="34" charset="0"/>
                <a:ea typeface="IBM Plex Sans KR" pitchFamily="34" charset="-122"/>
                <a:cs typeface="IBM Plex Sans KR" pitchFamily="34" charset="-120"/>
              </a:rPr>
              <a:t>관찰</a:t>
            </a:r>
            <a:endParaRPr lang="en-US" sz="1400" dirty="0"/>
          </a:p>
        </p:txBody>
      </p:sp>
      <p:sp>
        <p:nvSpPr>
          <p:cNvPr id="13" name="Text 10"/>
          <p:cNvSpPr/>
          <p:nvPr/>
        </p:nvSpPr>
        <p:spPr>
          <a:xfrm>
            <a:off x="8144917" y="4548485"/>
            <a:ext cx="3148178"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7"/>
                </a:solidFill>
                <a:latin typeface="IBM Plex Sans KR" pitchFamily="34" charset="0"/>
                <a:ea typeface="IBM Plex Sans KR" pitchFamily="34" charset="-122"/>
                <a:cs typeface="IBM Plex Sans KR" pitchFamily="34" charset="-120"/>
              </a:rPr>
              <a:t>A·B·S5는 느린 02260에서 900초 시간 초과. B·S3는 02991에서 생성 코드가 거부돼 검사 0회. C의 토큰은 A의 4~5배</a:t>
            </a:r>
            <a:endParaRPr lang="en-US" sz="1200" dirty="0"/>
          </a:p>
        </p:txBody>
      </p:sp>
      <p:sp>
        <p:nvSpPr>
          <p:cNvPr id="14" name="Text 1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480"/>
                </a:solidFill>
                <a:latin typeface="IBM Plex Sans KR" pitchFamily="34" charset="0"/>
                <a:ea typeface="IBM Plex Sans KR" pitchFamily="34" charset="-122"/>
                <a:cs typeface="IBM Plex Sans KR" pitchFamily="34" charset="-120"/>
              </a:rPr>
              <a:t>SKILL.md 기반 Disassembly Planner · 10 · 숫자는 성공까지의 물리 검사 수, “실패 a/b”는 제거한 수 / 필요한 수</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5A12"/>
                </a:solidFill>
                <a:latin typeface="IBM Plex Sans KR" pitchFamily="34" charset="0"/>
                <a:ea typeface="IBM Plex Sans KR" pitchFamily="34" charset="-122"/>
                <a:cs typeface="IBM Plex Sans KR" pitchFamily="34" charset="-120"/>
              </a:rPr>
              <a:t>10 · 결과 ③ 최신 범용 SKILL.md(S5)의 개발 검증</a:t>
            </a:r>
            <a:endParaRPr lang="en-US" sz="1200" dirty="0"/>
          </a:p>
        </p:txBody>
      </p:sp>
      <p:sp>
        <p:nvSpPr>
          <p:cNvPr id="3" name="Text 1"/>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C2430"/>
                </a:solidFill>
                <a:latin typeface="IBM Plex Sans KR" pitchFamily="34" charset="0"/>
                <a:ea typeface="IBM Plex Sans KR" pitchFamily="34" charset="-122"/>
                <a:cs typeface="IBM Plex Sans KR" pitchFamily="34" charset="-120"/>
              </a:rPr>
              <a:t>S5는 불승인: “축 집중” 규칙이 부품을 가뒀다</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85541"/>
          <a:ext cx="6337300" cy="1544042"/>
        </p:xfrm>
        <a:graphic>
          <a:graphicData uri="http://schemas.openxmlformats.org/drawingml/2006/table">
            <a:tbl>
              <a:tblPr/>
              <a:tblGrid>
                <a:gridCol w="1013968"/>
                <a:gridCol w="3041904"/>
                <a:gridCol w="887222"/>
                <a:gridCol w="1394206"/>
              </a:tblGrid>
              <a:tr h="332680">
                <a:tc>
                  <a:txBody>
                    <a:bodyPr/>
                    <a:lstStyle/>
                    <a:p>
                      <a:pPr indent="0" marL="0">
                        <a:lnSpc>
                          <a:spcPts val="1680"/>
                        </a:lnSpc>
                        <a:buNone/>
                      </a:pPr>
                      <a:r>
                        <a:rPr lang="en-US" sz="1200" b="1" dirty="0">
                          <a:solidFill>
                            <a:srgbClr val="F2EFE8"/>
                          </a:solidFill>
                          <a:latin typeface="IBM Plex Sans KR" pitchFamily="34" charset="0"/>
                          <a:ea typeface="IBM Plex Sans KR" pitchFamily="34" charset="-122"/>
                          <a:cs typeface="IBM Plex Sans KR" pitchFamily="34" charset="-120"/>
                        </a:rPr>
                        <a:t>조건</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1A202A"/>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1A202A"/>
                      </a:solidFill>
                      <a:prstDash val="solid"/>
                      <a:round/>
                      <a:headEnd type="none" w="med" len="med"/>
                      <a:tailEnd type="none" w="med" len="med"/>
                    </a:lnB>
                    <a:solidFill>
                      <a:srgbClr val="1C2430"/>
                    </a:solidFill>
                  </a:tcPr>
                </a:tc>
                <a:tc>
                  <a:txBody>
                    <a:bodyPr/>
                    <a:lstStyle/>
                    <a:p>
                      <a:pPr indent="0" marL="0">
                        <a:lnSpc>
                          <a:spcPts val="1680"/>
                        </a:lnSpc>
                        <a:buNone/>
                      </a:pPr>
                      <a:r>
                        <a:rPr lang="en-US" sz="1200" b="1" dirty="0">
                          <a:solidFill>
                            <a:srgbClr val="F2EFE8"/>
                          </a:solidFill>
                          <a:latin typeface="IBM Plex Sans KR" pitchFamily="34" charset="0"/>
                          <a:ea typeface="IBM Plex Sans KR" pitchFamily="34" charset="-122"/>
                          <a:cs typeface="IBM Plex Sans KR" pitchFamily="34" charset="-120"/>
                        </a:rPr>
                        <a:t>하는 일</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1A202A"/>
                      </a:solidFill>
                      <a:prstDash val="solid"/>
                      <a:round/>
                      <a:headEnd type="none" w="med" len="med"/>
                      <a:tailEnd type="none" w="med" len="med"/>
                    </a:lnL>
                    <a:lnR w="12700" cap="flat" cmpd="sng" algn="ctr">
                      <a:solidFill>
                        <a:srgbClr val="1A202A"/>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1A202A"/>
                      </a:solidFill>
                      <a:prstDash val="solid"/>
                      <a:round/>
                      <a:headEnd type="none" w="med" len="med"/>
                      <a:tailEnd type="none" w="med" len="med"/>
                    </a:lnB>
                    <a:solidFill>
                      <a:srgbClr val="1C2430"/>
                    </a:solidFill>
                  </a:tcPr>
                </a:tc>
                <a:tc>
                  <a:txBody>
                    <a:bodyPr/>
                    <a:lstStyle/>
                    <a:p>
                      <a:pPr algn="ctr" indent="0" marL="0">
                        <a:lnSpc>
                          <a:spcPts val="1680"/>
                        </a:lnSpc>
                        <a:buNone/>
                      </a:pPr>
                      <a:r>
                        <a:rPr lang="en-US" sz="1200" b="1" dirty="0">
                          <a:solidFill>
                            <a:srgbClr val="F2EFE8"/>
                          </a:solidFill>
                          <a:latin typeface="IBM Plex Sans KR" pitchFamily="34" charset="0"/>
                          <a:ea typeface="IBM Plex Sans KR" pitchFamily="34" charset="-122"/>
                          <a:cs typeface="IBM Plex Sans KR" pitchFamily="34" charset="-120"/>
                        </a:rPr>
                        <a:t>성공</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1A202A"/>
                      </a:solidFill>
                      <a:prstDash val="solid"/>
                      <a:round/>
                      <a:headEnd type="none" w="med" len="med"/>
                      <a:tailEnd type="none" w="med" len="med"/>
                    </a:lnL>
                    <a:lnR w="12700" cap="flat" cmpd="sng" algn="ctr">
                      <a:solidFill>
                        <a:srgbClr val="1A202A"/>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1A202A"/>
                      </a:solidFill>
                      <a:prstDash val="solid"/>
                      <a:round/>
                      <a:headEnd type="none" w="med" len="med"/>
                      <a:tailEnd type="none" w="med" len="med"/>
                    </a:lnB>
                    <a:solidFill>
                      <a:srgbClr val="1C2430"/>
                    </a:solidFill>
                  </a:tcPr>
                </a:tc>
                <a:tc>
                  <a:txBody>
                    <a:bodyPr/>
                    <a:lstStyle/>
                    <a:p>
                      <a:pPr algn="ctr" indent="0" marL="0">
                        <a:lnSpc>
                          <a:spcPts val="1680"/>
                        </a:lnSpc>
                        <a:buNone/>
                      </a:pPr>
                      <a:r>
                        <a:rPr lang="en-US" sz="1200" b="1" dirty="0">
                          <a:solidFill>
                            <a:srgbClr val="F2EFE8"/>
                          </a:solidFill>
                          <a:latin typeface="IBM Plex Sans KR" pitchFamily="34" charset="0"/>
                          <a:ea typeface="IBM Plex Sans KR" pitchFamily="34" charset="-122"/>
                          <a:cs typeface="IBM Plex Sans KR" pitchFamily="34" charset="-120"/>
                        </a:rPr>
                        <a:t>검사 수 중앙값</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1A202A"/>
                      </a:solidFill>
                      <a:prstDash val="solid"/>
                      <a:round/>
                      <a:headEnd type="none" w="med" len="med"/>
                      <a:tailEnd type="none" w="med" len="med"/>
                    </a:lnL>
                    <a:lnR w="12700" cap="flat" cmpd="sng" algn="ctr">
                      <a:solidFill>
                        <a:srgbClr val="1A202A"/>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1A202A"/>
                      </a:solidFill>
                      <a:prstDash val="solid"/>
                      <a:round/>
                      <a:headEnd type="none" w="med" len="med"/>
                      <a:tailEnd type="none" w="med" len="med"/>
                    </a:lnB>
                    <a:solidFill>
                      <a:srgbClr val="1C2430"/>
                    </a:solidFill>
                  </a:tcPr>
                </a:tc>
              </a:tr>
              <a:tr h="332680">
                <a:tc>
                  <a:txBody>
                    <a:bodyPr/>
                    <a:lstStyle/>
                    <a:p>
                      <a:pPr indent="0" marL="0">
                        <a:lnSpc>
                          <a:spcPts val="1680"/>
                        </a:lnSpc>
                        <a:buNone/>
                      </a:pPr>
                      <a:r>
                        <a:rPr lang="en-US" sz="1200" dirty="0">
                          <a:solidFill>
                            <a:srgbClr val="3E4A57"/>
                          </a:solidFill>
                          <a:latin typeface="IBM Plex Sans KR" pitchFamily="34" charset="0"/>
                          <a:ea typeface="IBM Plex Sans KR" pitchFamily="34" charset="-122"/>
                          <a:cs typeface="IBM Plex Sans KR" pitchFamily="34" charset="-120"/>
                        </a:rPr>
                        <a:t>A</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1A202A"/>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3E4A57"/>
                          </a:solidFill>
                          <a:latin typeface="IBM Plex Sans KR" pitchFamily="34" charset="0"/>
                          <a:ea typeface="IBM Plex Sans KR" pitchFamily="34" charset="-122"/>
                          <a:cs typeface="IBM Plex Sans KR" pitchFamily="34" charset="-120"/>
                        </a:rPr>
                        <a:t>SKILL.md 없이 LLM이 탐색 코드를 작성</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1A202A"/>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algn="ctr" indent="0" marL="0">
                        <a:lnSpc>
                          <a:spcPts val="1680"/>
                        </a:lnSpc>
                        <a:buNone/>
                      </a:pPr>
                      <a:r>
                        <a:rPr lang="en-US" sz="1200" dirty="0">
                          <a:solidFill>
                            <a:srgbClr val="3E4A57"/>
                          </a:solidFill>
                          <a:latin typeface="IBM Plex Sans KR" pitchFamily="34" charset="0"/>
                          <a:ea typeface="IBM Plex Sans KR" pitchFamily="34" charset="-122"/>
                          <a:cs typeface="IBM Plex Sans KR" pitchFamily="34" charset="-120"/>
                        </a:rPr>
                        <a:t>8/8</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1A202A"/>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algn="ctr" indent="0" marL="0">
                        <a:lnSpc>
                          <a:spcPts val="1680"/>
                        </a:lnSpc>
                        <a:buNone/>
                      </a:pPr>
                      <a:r>
                        <a:rPr lang="en-US" sz="1200" dirty="0">
                          <a:solidFill>
                            <a:srgbClr val="3E4A57"/>
                          </a:solidFill>
                          <a:latin typeface="IBM Plex Sans KR" pitchFamily="34" charset="0"/>
                          <a:ea typeface="IBM Plex Sans KR" pitchFamily="34" charset="-122"/>
                          <a:cs typeface="IBM Plex Sans KR" pitchFamily="34" charset="-120"/>
                        </a:rPr>
                        <a:t>23.5</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1A202A"/>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32680">
                <a:tc>
                  <a:txBody>
                    <a:bodyPr/>
                    <a:lstStyle/>
                    <a:p>
                      <a:pPr indent="0" marL="0">
                        <a:lnSpc>
                          <a:spcPts val="1680"/>
                        </a:lnSpc>
                        <a:buNone/>
                      </a:pPr>
                      <a:r>
                        <a:rPr lang="en-US" sz="1200" dirty="0">
                          <a:solidFill>
                            <a:srgbClr val="3E4A57"/>
                          </a:solidFill>
                          <a:latin typeface="IBM Plex Sans KR" pitchFamily="34" charset="0"/>
                          <a:ea typeface="IBM Plex Sans KR" pitchFamily="34" charset="-122"/>
                          <a:cs typeface="IBM Plex Sans KR" pitchFamily="34" charset="-120"/>
                        </a:rPr>
                        <a:t>B · S5</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BCBC8"/>
                      </a:solidFill>
                      <a:prstDash val="solid"/>
                      <a:round/>
                      <a:headEnd type="none" w="med" len="med"/>
                      <a:tailEnd type="none" w="med" len="med"/>
                    </a:lnB>
                    <a:solidFill>
                      <a:srgbClr val="FFFEFB"/>
                    </a:solidFill>
                  </a:tcPr>
                </a:tc>
                <a:tc>
                  <a:txBody>
                    <a:bodyPr/>
                    <a:lstStyle/>
                    <a:p>
                      <a:pPr indent="0" marL="0">
                        <a:lnSpc>
                          <a:spcPts val="1680"/>
                        </a:lnSpc>
                        <a:buNone/>
                      </a:pPr>
                      <a:r>
                        <a:rPr lang="en-US" sz="1200" dirty="0">
                          <a:solidFill>
                            <a:srgbClr val="3E4A57"/>
                          </a:solidFill>
                          <a:latin typeface="IBM Plex Sans KR" pitchFamily="34" charset="0"/>
                          <a:ea typeface="IBM Plex Sans KR" pitchFamily="34" charset="-122"/>
                          <a:cs typeface="IBM Plex Sans KR" pitchFamily="34" charset="-120"/>
                        </a:rPr>
                        <a:t>S5를 읽고 LLM이 탐색 코드를 작성</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BCBC8"/>
                      </a:solidFill>
                      <a:prstDash val="solid"/>
                      <a:round/>
                      <a:headEnd type="none" w="med" len="med"/>
                      <a:tailEnd type="none" w="med" len="med"/>
                    </a:lnB>
                    <a:solidFill>
                      <a:srgbClr val="FFFEFB"/>
                    </a:solidFill>
                  </a:tcPr>
                </a:tc>
                <a:tc>
                  <a:txBody>
                    <a:bodyPr/>
                    <a:lstStyle/>
                    <a:p>
                      <a:pPr algn="ctr" indent="0" marL="0">
                        <a:lnSpc>
                          <a:spcPts val="1680"/>
                        </a:lnSpc>
                        <a:buNone/>
                      </a:pPr>
                      <a:r>
                        <a:rPr lang="en-US" sz="1200" dirty="0">
                          <a:solidFill>
                            <a:srgbClr val="A85A12"/>
                          </a:solidFill>
                          <a:latin typeface="IBM Plex Sans KR" pitchFamily="34" charset="0"/>
                          <a:ea typeface="IBM Plex Sans KR" pitchFamily="34" charset="-122"/>
                          <a:cs typeface="IBM Plex Sans KR" pitchFamily="34" charset="-120"/>
                        </a:rPr>
                        <a:t>6/8</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BCBC8"/>
                      </a:solidFill>
                      <a:prstDash val="solid"/>
                      <a:round/>
                      <a:headEnd type="none" w="med" len="med"/>
                      <a:tailEnd type="none" w="med" len="med"/>
                    </a:lnB>
                    <a:solidFill>
                      <a:srgbClr val="FFFEFB"/>
                    </a:solidFill>
                  </a:tcPr>
                </a:tc>
                <a:tc>
                  <a:txBody>
                    <a:bodyPr/>
                    <a:lstStyle/>
                    <a:p>
                      <a:pPr algn="ctr" indent="0" marL="0">
                        <a:lnSpc>
                          <a:spcPts val="1680"/>
                        </a:lnSpc>
                        <a:buNone/>
                      </a:pPr>
                      <a:r>
                        <a:rPr lang="en-US" sz="1200" dirty="0">
                          <a:solidFill>
                            <a:srgbClr val="3E4A57"/>
                          </a:solidFill>
                          <a:latin typeface="IBM Plex Sans KR" pitchFamily="34" charset="0"/>
                          <a:ea typeface="IBM Plex Sans KR" pitchFamily="34" charset="-122"/>
                          <a:cs typeface="IBM Plex Sans KR" pitchFamily="34" charset="-120"/>
                        </a:rPr>
                        <a:t>27</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BCBC8"/>
                      </a:solidFill>
                      <a:prstDash val="solid"/>
                      <a:round/>
                      <a:headEnd type="none" w="med" len="med"/>
                      <a:tailEnd type="none" w="med" len="med"/>
                    </a:lnB>
                    <a:solidFill>
                      <a:srgbClr val="FFFEFB"/>
                    </a:solidFill>
                  </a:tcPr>
                </a:tc>
              </a:tr>
              <a:tr h="546001">
                <a:tc>
                  <a:txBody>
                    <a:bodyPr/>
                    <a:lstStyle/>
                    <a:p>
                      <a:pPr indent="0" marL="0">
                        <a:lnSpc>
                          <a:spcPts val="1680"/>
                        </a:lnSpc>
                        <a:buNone/>
                      </a:pPr>
                      <a:r>
                        <a:rPr lang="en-US" sz="1200" dirty="0">
                          <a:solidFill>
                            <a:srgbClr val="3E4A57"/>
                          </a:solidFill>
                          <a:latin typeface="IBM Plex Sans KR" pitchFamily="34" charset="0"/>
                          <a:ea typeface="IBM Plex Sans KR" pitchFamily="34" charset="-122"/>
                          <a:cs typeface="IBM Plex Sans KR" pitchFamily="34" charset="-120"/>
                        </a:rPr>
                        <a:t>C · S5</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3E4A57"/>
                          </a:solidFill>
                          <a:latin typeface="IBM Plex Sans KR" pitchFamily="34" charset="0"/>
                          <a:ea typeface="IBM Plex Sans KR" pitchFamily="34" charset="-122"/>
                          <a:cs typeface="IBM Plex Sans KR" pitchFamily="34" charset="-120"/>
                        </a:rPr>
                        <a:t>S5를 참고해 LLM은 순위만 정하고, 탐색은 고정 DFS</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algn="ctr" indent="0" marL="0">
                        <a:lnSpc>
                          <a:spcPts val="1680"/>
                        </a:lnSpc>
                        <a:buNone/>
                      </a:pPr>
                      <a:r>
                        <a:rPr lang="en-US" sz="1200" dirty="0">
                          <a:solidFill>
                            <a:srgbClr val="3E4A57"/>
                          </a:solidFill>
                          <a:latin typeface="IBM Plex Sans KR" pitchFamily="34" charset="0"/>
                          <a:ea typeface="IBM Plex Sans KR" pitchFamily="34" charset="-122"/>
                          <a:cs typeface="IBM Plex Sans KR" pitchFamily="34" charset="-120"/>
                        </a:rPr>
                        <a:t>8/8</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algn="ctr" indent="0" marL="0">
                        <a:lnSpc>
                          <a:spcPts val="1680"/>
                        </a:lnSpc>
                        <a:buNone/>
                      </a:pPr>
                      <a:r>
                        <a:rPr lang="en-US" sz="1200" dirty="0">
                          <a:solidFill>
                            <a:srgbClr val="3E4A57"/>
                          </a:solidFill>
                          <a:latin typeface="IBM Plex Sans KR" pitchFamily="34" charset="0"/>
                          <a:ea typeface="IBM Plex Sans KR" pitchFamily="34" charset="-122"/>
                          <a:cs typeface="IBM Plex Sans KR" pitchFamily="34" charset="-120"/>
                        </a:rPr>
                        <a:t>24.5</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bl>
          </a:graphicData>
        </a:graphic>
      </p:graphicFrame>
      <p:sp>
        <p:nvSpPr>
          <p:cNvPr id="5" name="Text 2"/>
          <p:cNvSpPr/>
          <p:nvPr/>
        </p:nvSpPr>
        <p:spPr>
          <a:xfrm>
            <a:off x="812800" y="3456583"/>
            <a:ext cx="6540500" cy="467320"/>
          </a:xfrm>
          <a:prstGeom prst="rect">
            <a:avLst/>
          </a:prstGeom>
          <a:noFill/>
          <a:ln/>
        </p:spPr>
        <p:txBody>
          <a:bodyPr wrap="square" lIns="0" tIns="0" rIns="0" bIns="0" rtlCol="0" anchor="t">
            <a:normAutofit/>
          </a:bodyPr>
          <a:lstStyle/>
          <a:p>
            <a:pPr algn="l" indent="0" marL="0">
              <a:lnSpc>
                <a:spcPts val="1740"/>
              </a:lnSpc>
              <a:buNone/>
            </a:pPr>
            <a:r>
              <a:rPr lang="en-US" sz="1200" b="1" dirty="0">
                <a:solidFill>
                  <a:srgbClr val="1C2430"/>
                </a:solidFill>
                <a:latin typeface="IBM Plex Sans KR" pitchFamily="34" charset="0"/>
                <a:ea typeface="IBM Plex Sans KR" pitchFamily="34" charset="-122"/>
                <a:cs typeface="IBM Plex Sans KR" pitchFamily="34" charset="-120"/>
              </a:rPr>
              <a:t>검사 수</a:t>
            </a:r>
            <a:r>
              <a:rPr lang="en-US" sz="1200" dirty="0">
                <a:solidFill>
                  <a:srgbClr val="4A5560"/>
                </a:solidFill>
                <a:latin typeface="IBM Plex Sans KR" pitchFamily="34" charset="0"/>
                <a:ea typeface="IBM Plex Sans KR" pitchFamily="34" charset="-122"/>
                <a:cs typeface="IBM Plex Sans KR" pitchFamily="34" charset="-120"/>
              </a:rPr>
              <a:t> = 완전 분해까지 시도한 제거 동작(물리 판정) 횟수. </a:t>
            </a:r>
            <a:r>
              <a:rPr lang="en-US" sz="1200" b="1" dirty="0">
                <a:solidFill>
                  <a:srgbClr val="1C2430"/>
                </a:solidFill>
                <a:latin typeface="IBM Plex Sans KR" pitchFamily="34" charset="0"/>
                <a:ea typeface="IBM Plex Sans KR" pitchFamily="34" charset="-122"/>
                <a:cs typeface="IBM Plex Sans KR" pitchFamily="34" charset="-120"/>
              </a:rPr>
              <a:t>중앙값</a:t>
            </a:r>
            <a:r>
              <a:rPr lang="en-US" sz="1200" dirty="0">
                <a:solidFill>
                  <a:srgbClr val="4A5560"/>
                </a:solidFill>
                <a:latin typeface="IBM Plex Sans KR" pitchFamily="34" charset="0"/>
                <a:ea typeface="IBM Plex Sans KR" pitchFamily="34" charset="-122"/>
                <a:cs typeface="IBM Plex Sans KR" pitchFamily="34" charset="-120"/>
              </a:rPr>
              <a:t>은 성공한 에피소드만으로 계산. 대상은 S5 작성에 쓰지 않은 개발 CAD 05459·02406·07375·03674, 조건마다 CAD당 2회</a:t>
            </a:r>
            <a:endParaRPr lang="en-US" sz="1200" dirty="0"/>
          </a:p>
        </p:txBody>
      </p:sp>
      <p:sp>
        <p:nvSpPr>
          <p:cNvPr id="6" name="Text 3"/>
          <p:cNvSpPr/>
          <p:nvPr/>
        </p:nvSpPr>
        <p:spPr>
          <a:xfrm>
            <a:off x="812800" y="4025503"/>
            <a:ext cx="6350000" cy="721320"/>
          </a:xfrm>
          <a:prstGeom prst="roundRect">
            <a:avLst>
              <a:gd name="adj" fmla="val 14085"/>
            </a:avLst>
          </a:prstGeom>
          <a:solidFill>
            <a:srgbClr val="F3E2CC"/>
          </a:solidFill>
          <a:ln/>
        </p:spPr>
        <p:txBody>
          <a:bodyPr wrap="square" lIns="148042" tIns="109942" rIns="0" bIns="84542" rtlCol="0" anchor="t">
            <a:normAutofit/>
          </a:bodyPr>
          <a:lstStyle/>
          <a:p>
            <a:pPr algn="l" indent="0" marL="0">
              <a:lnSpc>
                <a:spcPts val="1740"/>
              </a:lnSpc>
              <a:buNone/>
            </a:pPr>
            <a:r>
              <a:rPr lang="en-US" sz="1200" b="1" dirty="0">
                <a:solidFill>
                  <a:srgbClr val="3E4A57"/>
                </a:solidFill>
                <a:latin typeface="IBM Plex Sans KR" pitchFamily="34" charset="0"/>
                <a:ea typeface="IBM Plex Sans KR" pitchFamily="34" charset="-122"/>
                <a:cs typeface="IBM Plex Sans KR" pitchFamily="34" charset="-120"/>
              </a:rPr>
              <a:t>승인 규칙(실행 전 고정)</a:t>
            </a:r>
            <a:r>
              <a:rPr lang="en-US" sz="1200" dirty="0">
                <a:solidFill>
                  <a:srgbClr val="3E4A57"/>
                </a:solidFill>
                <a:latin typeface="IBM Plex Sans KR" pitchFamily="34" charset="0"/>
                <a:ea typeface="IBM Plex Sans KR" pitchFamily="34" charset="-122"/>
                <a:cs typeface="IBM Plex Sans KR" pitchFamily="34" charset="-120"/>
              </a:rPr>
              <a:t> B·C 모두 성공률이 A 이상이고, 둘 중 하나는 A보다 나아야 함(성공률, 같으면 검사 수 중앙값). B는 6/8 &lt; 8/8, C는 성공률이 같고 중앙값 24.5 &gt; 23.5 → 불승인</a:t>
            </a:r>
            <a:endParaRPr lang="en-US" sz="1200" dirty="0"/>
          </a:p>
        </p:txBody>
      </p:sp>
      <p:sp>
        <p:nvSpPr>
          <p:cNvPr id="7" name="Text 4"/>
          <p:cNvSpPr/>
          <p:nvPr/>
        </p:nvSpPr>
        <p:spPr>
          <a:xfrm>
            <a:off x="7442200" y="1772841"/>
            <a:ext cx="4055110" cy="533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C2430"/>
                </a:solidFill>
                <a:latin typeface="IBM Plex Sans KR" pitchFamily="34" charset="0"/>
                <a:ea typeface="IBM Plex Sans KR" pitchFamily="34" charset="-122"/>
                <a:cs typeface="IBM Plex Sans KR" pitchFamily="34" charset="-120"/>
              </a:rPr>
              <a:t>B가 실패한 03674: 부품 0은 옆으로 먼저 빠져야 한다</a:t>
            </a:r>
            <a:endParaRPr lang="en-US" sz="1600" dirty="0"/>
          </a:p>
        </p:txBody>
      </p:sp>
      <p:sp>
        <p:nvSpPr>
          <p:cNvPr id="8" name="Shape 5"/>
          <p:cNvSpPr/>
          <p:nvPr/>
        </p:nvSpPr>
        <p:spPr>
          <a:xfrm>
            <a:off x="7445375" y="2398316"/>
            <a:ext cx="3930650" cy="742900"/>
          </a:xfrm>
          <a:prstGeom prst="roundRect">
            <a:avLst>
              <a:gd name="adj" fmla="val 13249"/>
            </a:avLst>
          </a:prstGeom>
          <a:solidFill>
            <a:srgbClr val="FFFEFB"/>
          </a:solidFill>
          <a:ln w="6350">
            <a:solidFill>
              <a:srgbClr val="DCD8CF"/>
            </a:solidFill>
            <a:prstDash val="solid"/>
          </a:ln>
        </p:spPr>
      </p:sp>
      <p:sp>
        <p:nvSpPr>
          <p:cNvPr id="9" name="Text 6"/>
          <p:cNvSpPr/>
          <p:nvPr/>
        </p:nvSpPr>
        <p:spPr>
          <a:xfrm>
            <a:off x="7613650" y="2528491"/>
            <a:ext cx="3701923"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F6E9A"/>
                </a:solidFill>
                <a:latin typeface="IBM Plex Sans KR" pitchFamily="34" charset="0"/>
                <a:ea typeface="IBM Plex Sans KR" pitchFamily="34" charset="-122"/>
                <a:cs typeface="IBM Plex Sans KR" pitchFamily="34" charset="-120"/>
              </a:rPr>
              <a:t>C · S5 1회차 · 성공, 검사 12회</a:t>
            </a:r>
            <a:endParaRPr lang="en-US" sz="1300" dirty="0"/>
          </a:p>
        </p:txBody>
      </p:sp>
      <p:sp>
        <p:nvSpPr>
          <p:cNvPr id="10" name="Text 7"/>
          <p:cNvSpPr/>
          <p:nvPr/>
        </p:nvSpPr>
        <p:spPr>
          <a:xfrm>
            <a:off x="7613650" y="2797721"/>
            <a:ext cx="370192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0"/>
                </a:solidFill>
                <a:latin typeface="IBM Plex Sans KR" pitchFamily="34" charset="0"/>
                <a:ea typeface="IBM Plex Sans KR" pitchFamily="34" charset="-122"/>
                <a:cs typeface="IBM Plex Sans KR" pitchFamily="34" charset="-120"/>
              </a:rPr>
              <a:t>부품 0을 먼저 옆으로 → 나머지 10개를 위로</a:t>
            </a:r>
            <a:endParaRPr lang="en-US" sz="1200" dirty="0"/>
          </a:p>
        </p:txBody>
      </p:sp>
      <p:sp>
        <p:nvSpPr>
          <p:cNvPr id="11" name="Shape 8"/>
          <p:cNvSpPr/>
          <p:nvPr/>
        </p:nvSpPr>
        <p:spPr>
          <a:xfrm>
            <a:off x="7445375" y="3261866"/>
            <a:ext cx="3930650" cy="956221"/>
          </a:xfrm>
          <a:prstGeom prst="roundRect">
            <a:avLst>
              <a:gd name="adj" fmla="val 10293"/>
            </a:avLst>
          </a:prstGeom>
          <a:solidFill>
            <a:srgbClr val="FFFEFB"/>
          </a:solidFill>
          <a:ln w="6350">
            <a:solidFill>
              <a:srgbClr val="DCD8CF"/>
            </a:solidFill>
            <a:prstDash val="solid"/>
          </a:ln>
        </p:spPr>
      </p:sp>
      <p:sp>
        <p:nvSpPr>
          <p:cNvPr id="12" name="Text 9"/>
          <p:cNvSpPr/>
          <p:nvPr/>
        </p:nvSpPr>
        <p:spPr>
          <a:xfrm>
            <a:off x="7613650" y="3392041"/>
            <a:ext cx="3701923"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A85A12"/>
                </a:solidFill>
                <a:latin typeface="IBM Plex Sans KR" pitchFamily="34" charset="0"/>
                <a:ea typeface="IBM Plex Sans KR" pitchFamily="34" charset="-122"/>
                <a:cs typeface="IBM Plex Sans KR" pitchFamily="34" charset="-120"/>
              </a:rPr>
              <a:t>B · S5 · 2회 모두 실패 (11개 중 10개 제거)</a:t>
            </a:r>
            <a:endParaRPr lang="en-US" sz="1300" dirty="0"/>
          </a:p>
        </p:txBody>
      </p:sp>
      <p:sp>
        <p:nvSpPr>
          <p:cNvPr id="13" name="Text 10"/>
          <p:cNvSpPr/>
          <p:nvPr/>
        </p:nvSpPr>
        <p:spPr>
          <a:xfrm>
            <a:off x="7613650" y="3661271"/>
            <a:ext cx="370192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0"/>
                </a:solidFill>
                <a:latin typeface="IBM Plex Sans KR" pitchFamily="34" charset="0"/>
                <a:ea typeface="IBM Plex Sans KR" pitchFamily="34" charset="-122"/>
                <a:cs typeface="IBM Plex Sans KR" pitchFamily="34" charset="-120"/>
              </a:rPr>
              <a:t>위로 빠지는 부품부터 제거 → 부품 0이 갇힘 → 같은 제거·복원 반복(복원 149회, 216회)으로 예산 소진</a:t>
            </a:r>
            <a:endParaRPr lang="en-US" sz="1200" dirty="0"/>
          </a:p>
        </p:txBody>
      </p:sp>
      <p:sp>
        <p:nvSpPr>
          <p:cNvPr id="14" name="Text 11"/>
          <p:cNvSpPr/>
          <p:nvPr/>
        </p:nvSpPr>
        <p:spPr>
          <a:xfrm>
            <a:off x="7442200" y="4335562"/>
            <a:ext cx="4055110" cy="467320"/>
          </a:xfrm>
          <a:prstGeom prst="rect">
            <a:avLst/>
          </a:prstGeom>
          <a:noFill/>
          <a:ln/>
        </p:spPr>
        <p:txBody>
          <a:bodyPr wrap="square" lIns="0" tIns="0" rIns="0" bIns="0" rtlCol="0" anchor="t">
            <a:normAutofit/>
          </a:bodyPr>
          <a:lstStyle/>
          <a:p>
            <a:pPr algn="l" indent="0" marL="0">
              <a:lnSpc>
                <a:spcPts val="1740"/>
              </a:lnSpc>
              <a:buNone/>
            </a:pPr>
            <a:r>
              <a:rPr lang="en-US" sz="1200" b="1" dirty="0">
                <a:solidFill>
                  <a:srgbClr val="1C2430"/>
                </a:solidFill>
                <a:latin typeface="IBM Plex Sans KR" pitchFamily="34" charset="0"/>
                <a:ea typeface="IBM Plex Sans KR" pitchFamily="34" charset="-122"/>
                <a:cs typeface="IBM Plex Sans KR" pitchFamily="34" charset="-120"/>
              </a:rPr>
              <a:t>교훈</a:t>
            </a:r>
            <a:r>
              <a:rPr lang="en-US" sz="1200" dirty="0">
                <a:solidFill>
                  <a:srgbClr val="1C2430"/>
                </a:solidFill>
                <a:latin typeface="IBM Plex Sans KR" pitchFamily="34" charset="0"/>
                <a:ea typeface="IBM Plex Sans KR" pitchFamily="34" charset="-122"/>
                <a:cs typeface="IBM Plex Sans KR" pitchFamily="34" charset="-120"/>
              </a:rPr>
              <a:t> “발견한 축에 집중”에는 “다른 축으로만 빠지는 부품은 먼저”라는 예외가 필요합니다.</a:t>
            </a:r>
            <a:endParaRPr lang="en-US" sz="1200" dirty="0"/>
          </a:p>
        </p:txBody>
      </p:sp>
      <p:sp>
        <p:nvSpPr>
          <p:cNvPr id="15" name="Text 1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480"/>
                </a:solidFill>
                <a:latin typeface="IBM Plex Sans KR" pitchFamily="34" charset="0"/>
                <a:ea typeface="IBM Plex Sans KR" pitchFamily="34" charset="-122"/>
                <a:cs typeface="IBM Plex Sans KR" pitchFamily="34" charset="-120"/>
              </a:rPr>
              <a:t>SKILL.md 기반 Disassembly Planner · 11 · 불승인이어서 사전 규칙상 평가의 주 분석은 S3 · 이 CAD들은 A도 8/8로 풀어 개선 여지가 작았음</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5A12"/>
                </a:solidFill>
                <a:latin typeface="IBM Plex Sans KR" pitchFamily="34" charset="0"/>
                <a:ea typeface="IBM Plex Sans KR" pitchFamily="34" charset="-122"/>
                <a:cs typeface="IBM Plex Sans KR" pitchFamily="34" charset="-120"/>
              </a:rPr>
              <a:t>11 · 시사점</a:t>
            </a:r>
            <a:endParaRPr lang="en-US" sz="1200" dirty="0"/>
          </a:p>
        </p:txBody>
      </p:sp>
      <p:sp>
        <p:nvSpPr>
          <p:cNvPr id="3" name="Text 1"/>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C2430"/>
                </a:solidFill>
                <a:latin typeface="IBM Plex Sans KR" pitchFamily="34" charset="0"/>
                <a:ea typeface="IBM Plex Sans KR" pitchFamily="34" charset="-122"/>
                <a:cs typeface="IBM Plex Sans KR" pitchFamily="34" charset="-120"/>
              </a:rPr>
              <a:t>이번 결과로 알 수 있는 점</a:t>
            </a:r>
            <a:endParaRPr lang="en-US" sz="3200" dirty="0"/>
          </a:p>
        </p:txBody>
      </p:sp>
      <p:sp>
        <p:nvSpPr>
          <p:cNvPr id="4" name="Shape 2"/>
          <p:cNvSpPr/>
          <p:nvPr/>
        </p:nvSpPr>
        <p:spPr>
          <a:xfrm>
            <a:off x="815975" y="1826816"/>
            <a:ext cx="5187950" cy="1913930"/>
          </a:xfrm>
          <a:prstGeom prst="roundRect">
            <a:avLst>
              <a:gd name="adj" fmla="val 6470"/>
            </a:avLst>
          </a:prstGeom>
          <a:solidFill>
            <a:srgbClr val="FFFEFB"/>
          </a:solidFill>
          <a:ln w="6350">
            <a:solidFill>
              <a:srgbClr val="DCD8CF"/>
            </a:solidFill>
            <a:prstDash val="solid"/>
          </a:ln>
        </p:spPr>
      </p:sp>
      <p:sp>
        <p:nvSpPr>
          <p:cNvPr id="5" name="Text 3"/>
          <p:cNvSpPr/>
          <p:nvPr/>
        </p:nvSpPr>
        <p:spPr>
          <a:xfrm>
            <a:off x="1022350" y="2007791"/>
            <a:ext cx="329208"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E0912F"/>
                </a:solidFill>
                <a:latin typeface="IBM Plex Sans KR" pitchFamily="34" charset="0"/>
                <a:ea typeface="IBM Plex Sans KR" pitchFamily="34" charset="-122"/>
                <a:cs typeface="IBM Plex Sans KR" pitchFamily="34" charset="-120"/>
              </a:rPr>
              <a:t>1</a:t>
            </a:r>
            <a:endParaRPr lang="en-US" sz="3600" dirty="0"/>
          </a:p>
        </p:txBody>
      </p:sp>
      <p:sp>
        <p:nvSpPr>
          <p:cNvPr id="6" name="Text 4"/>
          <p:cNvSpPr/>
          <p:nvPr/>
        </p:nvSpPr>
        <p:spPr>
          <a:xfrm>
            <a:off x="1449090" y="2007791"/>
            <a:ext cx="4478914"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C2430"/>
                </a:solidFill>
                <a:latin typeface="IBM Plex Sans KR" pitchFamily="34" charset="0"/>
                <a:ea typeface="IBM Plex Sans KR" pitchFamily="34" charset="-122"/>
                <a:cs typeface="IBM Plex Sans KR" pitchFamily="34" charset="-120"/>
              </a:rPr>
              <a:t>검증된 경로를 남기면 같은 조립체는 재현된다</a:t>
            </a:r>
            <a:endParaRPr lang="en-US" sz="1600" dirty="0"/>
          </a:p>
        </p:txBody>
      </p:sp>
      <p:sp>
        <p:nvSpPr>
          <p:cNvPr id="7" name="Text 5"/>
          <p:cNvSpPr/>
          <p:nvPr/>
        </p:nvSpPr>
        <p:spPr>
          <a:xfrm>
            <a:off x="1449090" y="2312591"/>
            <a:ext cx="4478914"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560"/>
                </a:solidFill>
                <a:latin typeface="IBM Plex Sans KR" pitchFamily="34" charset="0"/>
                <a:ea typeface="IBM Plex Sans KR" pitchFamily="34" charset="-122"/>
                <a:cs typeface="IBM Plex Sans KR" pitchFamily="34" charset="-120"/>
              </a:rPr>
              <a:t>gpt-6-luna(low) 설정에서 2차 시도 24/24 성공, 23번은 실패 검사 0. 주된 원인은 기록된 순서의 재사용</a:t>
            </a:r>
            <a:endParaRPr lang="en-US" sz="1200" dirty="0"/>
          </a:p>
        </p:txBody>
      </p:sp>
      <p:sp>
        <p:nvSpPr>
          <p:cNvPr id="8" name="Shape 6"/>
          <p:cNvSpPr/>
          <p:nvPr/>
        </p:nvSpPr>
        <p:spPr>
          <a:xfrm>
            <a:off x="6188075" y="1826816"/>
            <a:ext cx="5187950" cy="1913930"/>
          </a:xfrm>
          <a:prstGeom prst="roundRect">
            <a:avLst>
              <a:gd name="adj" fmla="val 6470"/>
            </a:avLst>
          </a:prstGeom>
          <a:solidFill>
            <a:srgbClr val="FFFEFB"/>
          </a:solidFill>
          <a:ln w="6350">
            <a:solidFill>
              <a:srgbClr val="DCD8CF"/>
            </a:solidFill>
            <a:prstDash val="solid"/>
          </a:ln>
        </p:spPr>
      </p:sp>
      <p:sp>
        <p:nvSpPr>
          <p:cNvPr id="9" name="Text 7"/>
          <p:cNvSpPr/>
          <p:nvPr/>
        </p:nvSpPr>
        <p:spPr>
          <a:xfrm>
            <a:off x="6394450" y="2007791"/>
            <a:ext cx="329208"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E0912F"/>
                </a:solidFill>
                <a:latin typeface="IBM Plex Sans KR" pitchFamily="34" charset="0"/>
                <a:ea typeface="IBM Plex Sans KR" pitchFamily="34" charset="-122"/>
                <a:cs typeface="IBM Plex Sans KR" pitchFamily="34" charset="-120"/>
              </a:rPr>
              <a:t>2</a:t>
            </a:r>
            <a:endParaRPr lang="en-US" sz="3600" dirty="0"/>
          </a:p>
        </p:txBody>
      </p:sp>
      <p:sp>
        <p:nvSpPr>
          <p:cNvPr id="10" name="Text 8"/>
          <p:cNvSpPr/>
          <p:nvPr/>
        </p:nvSpPr>
        <p:spPr>
          <a:xfrm>
            <a:off x="6821190" y="2007791"/>
            <a:ext cx="4478914"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C2430"/>
                </a:solidFill>
                <a:latin typeface="IBM Plex Sans KR" pitchFamily="34" charset="0"/>
                <a:ea typeface="IBM Plex Sans KR" pitchFamily="34" charset="-122"/>
                <a:cs typeface="IBM Plex Sans KR" pitchFamily="34" charset="-120"/>
              </a:rPr>
              <a:t>범용 SKILL.md는 가정을 확인해야 한다</a:t>
            </a:r>
            <a:endParaRPr lang="en-US" sz="1600" dirty="0"/>
          </a:p>
        </p:txBody>
      </p:sp>
      <p:sp>
        <p:nvSpPr>
          <p:cNvPr id="11" name="Text 9"/>
          <p:cNvSpPr/>
          <p:nvPr/>
        </p:nvSpPr>
        <p:spPr>
          <a:xfrm>
            <a:off x="6821190" y="2312591"/>
            <a:ext cx="4478914"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560"/>
                </a:solidFill>
                <a:latin typeface="IBM Plex Sans KR" pitchFamily="34" charset="0"/>
                <a:ea typeface="IBM Plex Sans KR" pitchFamily="34" charset="-122"/>
                <a:cs typeface="IBM Plex Sans KR" pitchFamily="34" charset="-120"/>
              </a:rPr>
              <a:t>S5의 고정 규칙은 조립체에 따라 검사를 줄이기도, 부품을 가두기도(03674) 했다</a:t>
            </a:r>
            <a:endParaRPr lang="en-US" sz="1200" dirty="0"/>
          </a:p>
        </p:txBody>
      </p:sp>
      <p:sp>
        <p:nvSpPr>
          <p:cNvPr id="12" name="Shape 10"/>
          <p:cNvSpPr/>
          <p:nvPr/>
        </p:nvSpPr>
        <p:spPr>
          <a:xfrm>
            <a:off x="815975" y="3924895"/>
            <a:ext cx="5187950" cy="1913930"/>
          </a:xfrm>
          <a:prstGeom prst="roundRect">
            <a:avLst>
              <a:gd name="adj" fmla="val 6470"/>
            </a:avLst>
          </a:prstGeom>
          <a:solidFill>
            <a:srgbClr val="FFFEFB"/>
          </a:solidFill>
          <a:ln w="6350">
            <a:solidFill>
              <a:srgbClr val="DCD8CF"/>
            </a:solidFill>
            <a:prstDash val="solid"/>
          </a:ln>
        </p:spPr>
      </p:sp>
      <p:sp>
        <p:nvSpPr>
          <p:cNvPr id="13" name="Text 11"/>
          <p:cNvSpPr/>
          <p:nvPr/>
        </p:nvSpPr>
        <p:spPr>
          <a:xfrm>
            <a:off x="1022350" y="4105870"/>
            <a:ext cx="329208"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E0912F"/>
                </a:solidFill>
                <a:latin typeface="IBM Plex Sans KR" pitchFamily="34" charset="0"/>
                <a:ea typeface="IBM Plex Sans KR" pitchFamily="34" charset="-122"/>
                <a:cs typeface="IBM Plex Sans KR" pitchFamily="34" charset="-120"/>
              </a:rPr>
              <a:t>3</a:t>
            </a:r>
            <a:endParaRPr lang="en-US" sz="3600" dirty="0"/>
          </a:p>
        </p:txBody>
      </p:sp>
      <p:sp>
        <p:nvSpPr>
          <p:cNvPr id="14" name="Text 12"/>
          <p:cNvSpPr/>
          <p:nvPr/>
        </p:nvSpPr>
        <p:spPr>
          <a:xfrm>
            <a:off x="1449090" y="4105870"/>
            <a:ext cx="4478914"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C2430"/>
                </a:solidFill>
                <a:latin typeface="IBM Plex Sans KR" pitchFamily="34" charset="0"/>
                <a:ea typeface="IBM Plex Sans KR" pitchFamily="34" charset="-122"/>
                <a:cs typeface="IBM Plex Sans KR" pitchFamily="34" charset="-120"/>
              </a:rPr>
              <a:t>탐색은 고정 알고리즘, 판단은 LLM</a:t>
            </a:r>
            <a:endParaRPr lang="en-US" sz="1600" dirty="0"/>
          </a:p>
        </p:txBody>
      </p:sp>
      <p:sp>
        <p:nvSpPr>
          <p:cNvPr id="15" name="Text 13"/>
          <p:cNvSpPr/>
          <p:nvPr/>
        </p:nvSpPr>
        <p:spPr>
          <a:xfrm>
            <a:off x="1449090" y="4410670"/>
            <a:ext cx="4478914"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560"/>
                </a:solidFill>
                <a:latin typeface="IBM Plex Sans KR" pitchFamily="34" charset="0"/>
                <a:ea typeface="IBM Plex Sans KR" pitchFamily="34" charset="-122"/>
                <a:cs typeface="IBM Plex Sans KR" pitchFamily="34" charset="-120"/>
              </a:rPr>
              <a:t>C는 처음 보는 조립체 1차에서 S5·S3 모두 4/4 (A·B는 3/4, CAD 1개 차이). 대신 토큰은 A의 4~5배</a:t>
            </a:r>
            <a:endParaRPr lang="en-US" sz="1200" dirty="0"/>
          </a:p>
        </p:txBody>
      </p:sp>
      <p:sp>
        <p:nvSpPr>
          <p:cNvPr id="16" name="Shape 14"/>
          <p:cNvSpPr/>
          <p:nvPr/>
        </p:nvSpPr>
        <p:spPr>
          <a:xfrm>
            <a:off x="6188075" y="3924895"/>
            <a:ext cx="5187950" cy="1913930"/>
          </a:xfrm>
          <a:prstGeom prst="roundRect">
            <a:avLst>
              <a:gd name="adj" fmla="val 6470"/>
            </a:avLst>
          </a:prstGeom>
          <a:solidFill>
            <a:srgbClr val="FFFEFB"/>
          </a:solidFill>
          <a:ln w="6350">
            <a:solidFill>
              <a:srgbClr val="DCD8CF"/>
            </a:solidFill>
            <a:prstDash val="solid"/>
          </a:ln>
        </p:spPr>
      </p:sp>
      <p:sp>
        <p:nvSpPr>
          <p:cNvPr id="17" name="Text 15"/>
          <p:cNvSpPr/>
          <p:nvPr/>
        </p:nvSpPr>
        <p:spPr>
          <a:xfrm>
            <a:off x="6394450" y="4105870"/>
            <a:ext cx="329208"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E0912F"/>
                </a:solidFill>
                <a:latin typeface="IBM Plex Sans KR" pitchFamily="34" charset="0"/>
                <a:ea typeface="IBM Plex Sans KR" pitchFamily="34" charset="-122"/>
                <a:cs typeface="IBM Plex Sans KR" pitchFamily="34" charset="-120"/>
              </a:rPr>
              <a:t>4</a:t>
            </a:r>
            <a:endParaRPr lang="en-US" sz="3600" dirty="0"/>
          </a:p>
        </p:txBody>
      </p:sp>
      <p:sp>
        <p:nvSpPr>
          <p:cNvPr id="18" name="Text 16"/>
          <p:cNvSpPr/>
          <p:nvPr/>
        </p:nvSpPr>
        <p:spPr>
          <a:xfrm>
            <a:off x="6821190" y="4105870"/>
            <a:ext cx="4478914"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C2430"/>
                </a:solidFill>
                <a:latin typeface="IBM Plex Sans KR" pitchFamily="34" charset="0"/>
                <a:ea typeface="IBM Plex Sans KR" pitchFamily="34" charset="-122"/>
                <a:cs typeface="IBM Plex Sans KR" pitchFamily="34" charset="-120"/>
              </a:rPr>
              <a:t>검증 장치가 결론을 지킨다</a:t>
            </a:r>
            <a:endParaRPr lang="en-US" sz="1600" dirty="0"/>
          </a:p>
        </p:txBody>
      </p:sp>
      <p:sp>
        <p:nvSpPr>
          <p:cNvPr id="19" name="Text 17"/>
          <p:cNvSpPr/>
          <p:nvPr/>
        </p:nvSpPr>
        <p:spPr>
          <a:xfrm>
            <a:off x="6821190" y="4410670"/>
            <a:ext cx="4551660"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560"/>
                </a:solidFill>
                <a:latin typeface="IBM Plex Sans KR" pitchFamily="34" charset="0"/>
                <a:ea typeface="IBM Plex Sans KR" pitchFamily="34" charset="-122"/>
                <a:cs typeface="IBM Plex Sans KR" pitchFamily="34" charset="-120"/>
              </a:rPr>
              <a:t>사전 고정, 재실행 없음, 재생 검증. 불승인된 S5도 결과 그대로 보고했다</a:t>
            </a:r>
            <a:endParaRPr lang="en-US" sz="1200" dirty="0"/>
          </a:p>
        </p:txBody>
      </p:sp>
      <p:sp>
        <p:nvSpPr>
          <p:cNvPr id="20" name="Text 1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480"/>
                </a:solidFill>
                <a:latin typeface="IBM Plex Sans KR" pitchFamily="34" charset="0"/>
                <a:ea typeface="IBM Plex Sans KR" pitchFamily="34" charset="-122"/>
                <a:cs typeface="IBM Plex Sans KR" pitchFamily="34" charset="-120"/>
              </a:rPr>
              <a:t>SKILL.md 기반 Disassembly Planner · 12 · 모델 크기 비교는 하지 않았으므로 1번은 이 모델 설정에 대한 결과</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5A12"/>
                </a:solidFill>
                <a:latin typeface="IBM Plex Sans KR" pitchFamily="34" charset="0"/>
                <a:ea typeface="IBM Plex Sans KR" pitchFamily="34" charset="-122"/>
                <a:cs typeface="IBM Plex Sans KR" pitchFamily="34" charset="-120"/>
              </a:rPr>
              <a:t>12 · 현장 가치와 비용</a:t>
            </a:r>
            <a:endParaRPr lang="en-US" sz="1200" dirty="0"/>
          </a:p>
        </p:txBody>
      </p:sp>
      <p:sp>
        <p:nvSpPr>
          <p:cNvPr id="3" name="Text 1"/>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C2430"/>
                </a:solidFill>
                <a:latin typeface="IBM Plex Sans KR" pitchFamily="34" charset="0"/>
                <a:ea typeface="IBM Plex Sans KR" pitchFamily="34" charset="-122"/>
                <a:cs typeface="IBM Plex Sans KR" pitchFamily="34" charset="-120"/>
              </a:rPr>
              <a:t>같은 제품이 다시 오면 실패 시도가 거의 사라진다</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85541"/>
          <a:ext cx="6743700" cy="1876723"/>
        </p:xfrm>
        <a:graphic>
          <a:graphicData uri="http://schemas.openxmlformats.org/drawingml/2006/table">
            <a:tbl>
              <a:tblPr/>
              <a:tblGrid>
                <a:gridCol w="1888236"/>
                <a:gridCol w="1348740"/>
                <a:gridCol w="1213866"/>
                <a:gridCol w="1078992"/>
                <a:gridCol w="1213866"/>
              </a:tblGrid>
              <a:tr h="546001">
                <a:tc>
                  <a:txBody>
                    <a:bodyPr/>
                    <a:lstStyle/>
                    <a:p>
                      <a:pPr indent="0" marL="0">
                        <a:lnSpc>
                          <a:spcPts val="1680"/>
                        </a:lnSpc>
                        <a:buNone/>
                      </a:pPr>
                      <a:r>
                        <a:rPr lang="en-US" sz="1200" b="1" dirty="0">
                          <a:solidFill>
                            <a:srgbClr val="F2EFE8"/>
                          </a:solidFill>
                          <a:latin typeface="IBM Plex Sans KR" pitchFamily="34" charset="0"/>
                          <a:ea typeface="IBM Plex Sans KR" pitchFamily="34" charset="-122"/>
                          <a:cs typeface="IBM Plex Sans KR" pitchFamily="34" charset="-120"/>
                        </a:rPr>
                        <a:t>2차 시도 · 조립체별 SKILL.md</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1A202A"/>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1A202A"/>
                      </a:solidFill>
                      <a:prstDash val="solid"/>
                      <a:round/>
                      <a:headEnd type="none" w="med" len="med"/>
                      <a:tailEnd type="none" w="med" len="med"/>
                    </a:lnB>
                    <a:solidFill>
                      <a:srgbClr val="1C2430"/>
                    </a:solidFill>
                  </a:tcPr>
                </a:tc>
                <a:tc>
                  <a:txBody>
                    <a:bodyPr/>
                    <a:lstStyle/>
                    <a:p>
                      <a:pPr algn="ctr" indent="0" marL="0">
                        <a:lnSpc>
                          <a:spcPts val="1680"/>
                        </a:lnSpc>
                        <a:buNone/>
                      </a:pPr>
                      <a:r>
                        <a:rPr lang="en-US" sz="1200" b="1" dirty="0">
                          <a:solidFill>
                            <a:srgbClr val="F2EFE8"/>
                          </a:solidFill>
                          <a:latin typeface="IBM Plex Sans KR" pitchFamily="34" charset="0"/>
                          <a:ea typeface="IBM Plex Sans KR" pitchFamily="34" charset="-122"/>
                          <a:cs typeface="IBM Plex Sans KR" pitchFamily="34" charset="-120"/>
                        </a:rPr>
                        <a:t>실패한 제거 시도</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1A202A"/>
                      </a:solidFill>
                      <a:prstDash val="solid"/>
                      <a:round/>
                      <a:headEnd type="none" w="med" len="med"/>
                      <a:tailEnd type="none" w="med" len="med"/>
                    </a:lnL>
                    <a:lnR w="12700" cap="flat" cmpd="sng" algn="ctr">
                      <a:solidFill>
                        <a:srgbClr val="1A202A"/>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1A202A"/>
                      </a:solidFill>
                      <a:prstDash val="solid"/>
                      <a:round/>
                      <a:headEnd type="none" w="med" len="med"/>
                      <a:tailEnd type="none" w="med" len="med"/>
                    </a:lnB>
                    <a:solidFill>
                      <a:srgbClr val="1C2430"/>
                    </a:solidFill>
                  </a:tcPr>
                </a:tc>
                <a:tc>
                  <a:txBody>
                    <a:bodyPr/>
                    <a:lstStyle/>
                    <a:p>
                      <a:pPr algn="ctr" indent="0" marL="0">
                        <a:lnSpc>
                          <a:spcPts val="1680"/>
                        </a:lnSpc>
                        <a:buNone/>
                      </a:pPr>
                      <a:r>
                        <a:rPr lang="en-US" sz="1200" b="1" dirty="0">
                          <a:solidFill>
                            <a:srgbClr val="F2EFE8"/>
                          </a:solidFill>
                          <a:latin typeface="IBM Plex Sans KR" pitchFamily="34" charset="0"/>
                          <a:ea typeface="IBM Plex Sans KR" pitchFamily="34" charset="-122"/>
                          <a:cs typeface="IBM Plex Sans KR" pitchFamily="34" charset="-120"/>
                        </a:rPr>
                        <a:t>평균 시간</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1A202A"/>
                      </a:solidFill>
                      <a:prstDash val="solid"/>
                      <a:round/>
                      <a:headEnd type="none" w="med" len="med"/>
                      <a:tailEnd type="none" w="med" len="med"/>
                    </a:lnL>
                    <a:lnR w="12700" cap="flat" cmpd="sng" algn="ctr">
                      <a:solidFill>
                        <a:srgbClr val="1A202A"/>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1A202A"/>
                      </a:solidFill>
                      <a:prstDash val="solid"/>
                      <a:round/>
                      <a:headEnd type="none" w="med" len="med"/>
                      <a:tailEnd type="none" w="med" len="med"/>
                    </a:lnB>
                    <a:solidFill>
                      <a:srgbClr val="1C2430"/>
                    </a:solidFill>
                  </a:tcPr>
                </a:tc>
                <a:tc>
                  <a:txBody>
                    <a:bodyPr/>
                    <a:lstStyle/>
                    <a:p>
                      <a:pPr algn="ctr" indent="0" marL="0">
                        <a:lnSpc>
                          <a:spcPts val="1680"/>
                        </a:lnSpc>
                        <a:buNone/>
                      </a:pPr>
                      <a:r>
                        <a:rPr lang="en-US" sz="1200" b="1" dirty="0">
                          <a:solidFill>
                            <a:srgbClr val="F2EFE8"/>
                          </a:solidFill>
                          <a:latin typeface="IBM Plex Sans KR" pitchFamily="34" charset="0"/>
                          <a:ea typeface="IBM Plex Sans KR" pitchFamily="34" charset="-122"/>
                          <a:cs typeface="IBM Plex Sans KR" pitchFamily="34" charset="-120"/>
                        </a:rPr>
                        <a:t>성공</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1A202A"/>
                      </a:solidFill>
                      <a:prstDash val="solid"/>
                      <a:round/>
                      <a:headEnd type="none" w="med" len="med"/>
                      <a:tailEnd type="none" w="med" len="med"/>
                    </a:lnL>
                    <a:lnR w="12700" cap="flat" cmpd="sng" algn="ctr">
                      <a:solidFill>
                        <a:srgbClr val="1A202A"/>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1A202A"/>
                      </a:solidFill>
                      <a:prstDash val="solid"/>
                      <a:round/>
                      <a:headEnd type="none" w="med" len="med"/>
                      <a:tailEnd type="none" w="med" len="med"/>
                    </a:lnB>
                    <a:solidFill>
                      <a:srgbClr val="1C2430"/>
                    </a:solidFill>
                  </a:tcPr>
                </a:tc>
                <a:tc>
                  <a:txBody>
                    <a:bodyPr/>
                    <a:lstStyle/>
                    <a:p>
                      <a:pPr algn="ctr" indent="0" marL="0">
                        <a:lnSpc>
                          <a:spcPts val="1680"/>
                        </a:lnSpc>
                        <a:buNone/>
                      </a:pPr>
                      <a:r>
                        <a:rPr lang="en-US" sz="1200" b="1" dirty="0">
                          <a:solidFill>
                            <a:srgbClr val="F2EFE8"/>
                          </a:solidFill>
                          <a:latin typeface="IBM Plex Sans KR" pitchFamily="34" charset="0"/>
                          <a:ea typeface="IBM Plex Sans KR" pitchFamily="34" charset="-122"/>
                          <a:cs typeface="IBM Plex Sans KR" pitchFamily="34" charset="-120"/>
                        </a:rPr>
                        <a:t>토큰</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1A202A"/>
                      </a:solidFill>
                      <a:prstDash val="solid"/>
                      <a:round/>
                      <a:headEnd type="none" w="med" len="med"/>
                      <a:tailEnd type="none" w="med" len="med"/>
                    </a:lnL>
                    <a:lnR w="12700" cap="flat" cmpd="sng" algn="ctr">
                      <a:solidFill>
                        <a:srgbClr val="1A202A"/>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1A202A"/>
                      </a:solidFill>
                      <a:prstDash val="solid"/>
                      <a:round/>
                      <a:headEnd type="none" w="med" len="med"/>
                      <a:tailEnd type="none" w="med" len="med"/>
                    </a:lnB>
                    <a:solidFill>
                      <a:srgbClr val="1C2430"/>
                    </a:solidFill>
                  </a:tcPr>
                </a:tc>
              </a:tr>
              <a:tr h="332680">
                <a:tc>
                  <a:txBody>
                    <a:bodyPr/>
                    <a:lstStyle/>
                    <a:p>
                      <a:pPr indent="0" marL="0">
                        <a:lnSpc>
                          <a:spcPts val="1680"/>
                        </a:lnSpc>
                        <a:buNone/>
                      </a:pPr>
                      <a:r>
                        <a:rPr lang="en-US" sz="1200" dirty="0">
                          <a:solidFill>
                            <a:srgbClr val="3E4A57"/>
                          </a:solidFill>
                          <a:latin typeface="IBM Plex Sans KR" pitchFamily="34" charset="0"/>
                          <a:ea typeface="IBM Plex Sans KR" pitchFamily="34" charset="-122"/>
                          <a:cs typeface="IBM Plex Sans KR" pitchFamily="34" charset="-120"/>
                        </a:rPr>
                        <a:t>B 없음</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1A202A"/>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algn="ctr" indent="0" marL="0">
                        <a:lnSpc>
                          <a:spcPts val="1680"/>
                        </a:lnSpc>
                        <a:buNone/>
                      </a:pPr>
                      <a:r>
                        <a:rPr lang="en-US" sz="1200" dirty="0">
                          <a:solidFill>
                            <a:srgbClr val="3E4A57"/>
                          </a:solidFill>
                          <a:latin typeface="IBM Plex Sans KR" pitchFamily="34" charset="0"/>
                          <a:ea typeface="IBM Plex Sans KR" pitchFamily="34" charset="-122"/>
                          <a:cs typeface="IBM Plex Sans KR" pitchFamily="34" charset="-120"/>
                        </a:rPr>
                        <a:t>18</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1A202A"/>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algn="ctr" indent="0" marL="0">
                        <a:lnSpc>
                          <a:spcPts val="1680"/>
                        </a:lnSpc>
                        <a:buNone/>
                      </a:pPr>
                      <a:r>
                        <a:rPr lang="en-US" sz="1200" dirty="0">
                          <a:solidFill>
                            <a:srgbClr val="3E4A57"/>
                          </a:solidFill>
                          <a:latin typeface="IBM Plex Sans KR" pitchFamily="34" charset="0"/>
                          <a:ea typeface="IBM Plex Sans KR" pitchFamily="34" charset="-122"/>
                          <a:cs typeface="IBM Plex Sans KR" pitchFamily="34" charset="-120"/>
                        </a:rPr>
                        <a:t>325초</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1A202A"/>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algn="ctr" indent="0" marL="0">
                        <a:lnSpc>
                          <a:spcPts val="1680"/>
                        </a:lnSpc>
                        <a:buNone/>
                      </a:pPr>
                      <a:r>
                        <a:rPr lang="en-US" sz="1200" dirty="0">
                          <a:solidFill>
                            <a:srgbClr val="3E4A57"/>
                          </a:solidFill>
                          <a:latin typeface="IBM Plex Sans KR" pitchFamily="34" charset="0"/>
                          <a:ea typeface="IBM Plex Sans KR" pitchFamily="34" charset="-122"/>
                          <a:cs typeface="IBM Plex Sans KR" pitchFamily="34" charset="-120"/>
                        </a:rPr>
                        <a:t>3/4</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1A202A"/>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algn="ctr" indent="0" marL="0">
                        <a:lnSpc>
                          <a:spcPts val="1680"/>
                        </a:lnSpc>
                        <a:buNone/>
                      </a:pPr>
                      <a:r>
                        <a:rPr lang="en-US" sz="1200" dirty="0">
                          <a:solidFill>
                            <a:srgbClr val="3E4A57"/>
                          </a:solidFill>
                          <a:latin typeface="IBM Plex Sans KR" pitchFamily="34" charset="0"/>
                          <a:ea typeface="IBM Plex Sans KR" pitchFamily="34" charset="-122"/>
                          <a:cs typeface="IBM Plex Sans KR" pitchFamily="34" charset="-120"/>
                        </a:rPr>
                        <a:t>4.8만</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1A202A"/>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32680">
                <a:tc>
                  <a:txBody>
                    <a:bodyPr/>
                    <a:lstStyle/>
                    <a:p>
                      <a:pPr indent="0" marL="0">
                        <a:lnSpc>
                          <a:spcPts val="1680"/>
                        </a:lnSpc>
                        <a:buNone/>
                      </a:pPr>
                      <a:r>
                        <a:rPr lang="en-US" sz="1200" dirty="0">
                          <a:solidFill>
                            <a:srgbClr val="3E4A57"/>
                          </a:solidFill>
                          <a:latin typeface="IBM Plex Sans KR" pitchFamily="34" charset="0"/>
                          <a:ea typeface="IBM Plex Sans KR" pitchFamily="34" charset="-122"/>
                          <a:cs typeface="IBM Plex Sans KR" pitchFamily="34" charset="-120"/>
                        </a:rPr>
                        <a:t>B 있음</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BCBC8"/>
                      </a:solidFill>
                      <a:prstDash val="solid"/>
                      <a:round/>
                      <a:headEnd type="none" w="med" len="med"/>
                      <a:tailEnd type="none" w="med" len="med"/>
                    </a:lnB>
                    <a:solidFill>
                      <a:srgbClr val="FFFEFB"/>
                    </a:solidFill>
                  </a:tcPr>
                </a:tc>
                <a:tc>
                  <a:txBody>
                    <a:bodyPr/>
                    <a:lstStyle/>
                    <a:p>
                      <a:pPr algn="ctr" indent="0" marL="0">
                        <a:lnSpc>
                          <a:spcPts val="1680"/>
                        </a:lnSpc>
                        <a:buNone/>
                      </a:pPr>
                      <a:r>
                        <a:rPr lang="en-US" sz="1200" dirty="0">
                          <a:solidFill>
                            <a:srgbClr val="2F6E9A"/>
                          </a:solidFill>
                          <a:latin typeface="IBM Plex Sans KR" pitchFamily="34" charset="0"/>
                          <a:ea typeface="IBM Plex Sans KR" pitchFamily="34" charset="-122"/>
                          <a:cs typeface="IBM Plex Sans KR" pitchFamily="34" charset="-120"/>
                        </a:rPr>
                        <a:t>0.2</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BCBC8"/>
                      </a:solidFill>
                      <a:prstDash val="solid"/>
                      <a:round/>
                      <a:headEnd type="none" w="med" len="med"/>
                      <a:tailEnd type="none" w="med" len="med"/>
                    </a:lnB>
                    <a:solidFill>
                      <a:srgbClr val="FFFEFB"/>
                    </a:solidFill>
                  </a:tcPr>
                </a:tc>
                <a:tc>
                  <a:txBody>
                    <a:bodyPr/>
                    <a:lstStyle/>
                    <a:p>
                      <a:pPr algn="ctr" indent="0" marL="0">
                        <a:lnSpc>
                          <a:spcPts val="1680"/>
                        </a:lnSpc>
                        <a:buNone/>
                      </a:pPr>
                      <a:r>
                        <a:rPr lang="en-US" sz="1200" dirty="0">
                          <a:solidFill>
                            <a:srgbClr val="2F6E9A"/>
                          </a:solidFill>
                          <a:latin typeface="IBM Plex Sans KR" pitchFamily="34" charset="0"/>
                          <a:ea typeface="IBM Plex Sans KR" pitchFamily="34" charset="-122"/>
                          <a:cs typeface="IBM Plex Sans KR" pitchFamily="34" charset="-120"/>
                        </a:rPr>
                        <a:t>137초</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BCBC8"/>
                      </a:solidFill>
                      <a:prstDash val="solid"/>
                      <a:round/>
                      <a:headEnd type="none" w="med" len="med"/>
                      <a:tailEnd type="none" w="med" len="med"/>
                    </a:lnB>
                    <a:solidFill>
                      <a:srgbClr val="FFFEFB"/>
                    </a:solidFill>
                  </a:tcPr>
                </a:tc>
                <a:tc>
                  <a:txBody>
                    <a:bodyPr/>
                    <a:lstStyle/>
                    <a:p>
                      <a:pPr algn="ctr" indent="0" marL="0">
                        <a:lnSpc>
                          <a:spcPts val="1680"/>
                        </a:lnSpc>
                        <a:buNone/>
                      </a:pPr>
                      <a:r>
                        <a:rPr lang="en-US" sz="1200" dirty="0">
                          <a:solidFill>
                            <a:srgbClr val="2F6E9A"/>
                          </a:solidFill>
                          <a:latin typeface="IBM Plex Sans KR" pitchFamily="34" charset="0"/>
                          <a:ea typeface="IBM Plex Sans KR" pitchFamily="34" charset="-122"/>
                          <a:cs typeface="IBM Plex Sans KR" pitchFamily="34" charset="-120"/>
                        </a:rPr>
                        <a:t>12/12</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BCBC8"/>
                      </a:solidFill>
                      <a:prstDash val="solid"/>
                      <a:round/>
                      <a:headEnd type="none" w="med" len="med"/>
                      <a:tailEnd type="none" w="med" len="med"/>
                    </a:lnB>
                    <a:solidFill>
                      <a:srgbClr val="FFFEFB"/>
                    </a:solidFill>
                  </a:tcPr>
                </a:tc>
                <a:tc>
                  <a:txBody>
                    <a:bodyPr/>
                    <a:lstStyle/>
                    <a:p>
                      <a:pPr algn="ctr" indent="0" marL="0">
                        <a:lnSpc>
                          <a:spcPts val="1680"/>
                        </a:lnSpc>
                        <a:buNone/>
                      </a:pPr>
                      <a:r>
                        <a:rPr lang="en-US" sz="1200" dirty="0">
                          <a:solidFill>
                            <a:srgbClr val="3E4A57"/>
                          </a:solidFill>
                          <a:latin typeface="IBM Plex Sans KR" pitchFamily="34" charset="0"/>
                          <a:ea typeface="IBM Plex Sans KR" pitchFamily="34" charset="-122"/>
                          <a:cs typeface="IBM Plex Sans KR" pitchFamily="34" charset="-120"/>
                        </a:rPr>
                        <a:t>5.0만</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BCBC8"/>
                      </a:solidFill>
                      <a:prstDash val="solid"/>
                      <a:round/>
                      <a:headEnd type="none" w="med" len="med"/>
                      <a:tailEnd type="none" w="med" len="med"/>
                    </a:lnB>
                    <a:solidFill>
                      <a:srgbClr val="FFFEFB"/>
                    </a:solidFill>
                  </a:tcPr>
                </a:tc>
              </a:tr>
              <a:tr h="332680">
                <a:tc>
                  <a:txBody>
                    <a:bodyPr/>
                    <a:lstStyle/>
                    <a:p>
                      <a:pPr indent="0" marL="0">
                        <a:lnSpc>
                          <a:spcPts val="1680"/>
                        </a:lnSpc>
                        <a:buNone/>
                      </a:pPr>
                      <a:r>
                        <a:rPr lang="en-US" sz="1200" dirty="0">
                          <a:solidFill>
                            <a:srgbClr val="3E4A57"/>
                          </a:solidFill>
                          <a:latin typeface="IBM Plex Sans KR" pitchFamily="34" charset="0"/>
                          <a:ea typeface="IBM Plex Sans KR" pitchFamily="34" charset="-122"/>
                          <a:cs typeface="IBM Plex Sans KR" pitchFamily="34" charset="-120"/>
                        </a:rPr>
                        <a:t>C 없음</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algn="ctr" indent="0" marL="0">
                        <a:lnSpc>
                          <a:spcPts val="1680"/>
                        </a:lnSpc>
                        <a:buNone/>
                      </a:pPr>
                      <a:r>
                        <a:rPr lang="en-US" sz="1200" dirty="0">
                          <a:solidFill>
                            <a:srgbClr val="3E4A57"/>
                          </a:solidFill>
                          <a:latin typeface="IBM Plex Sans KR" pitchFamily="34" charset="0"/>
                          <a:ea typeface="IBM Plex Sans KR" pitchFamily="34" charset="-122"/>
                          <a:cs typeface="IBM Plex Sans KR" pitchFamily="34" charset="-120"/>
                        </a:rPr>
                        <a:t>43.8</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algn="ctr" indent="0" marL="0">
                        <a:lnSpc>
                          <a:spcPts val="1680"/>
                        </a:lnSpc>
                        <a:buNone/>
                      </a:pPr>
                      <a:r>
                        <a:rPr lang="en-US" sz="1200" dirty="0">
                          <a:solidFill>
                            <a:srgbClr val="3E4A57"/>
                          </a:solidFill>
                          <a:latin typeface="IBM Plex Sans KR" pitchFamily="34" charset="0"/>
                          <a:ea typeface="IBM Plex Sans KR" pitchFamily="34" charset="-122"/>
                          <a:cs typeface="IBM Plex Sans KR" pitchFamily="34" charset="-120"/>
                        </a:rPr>
                        <a:t>300초</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algn="ctr" indent="0" marL="0">
                        <a:lnSpc>
                          <a:spcPts val="1680"/>
                        </a:lnSpc>
                        <a:buNone/>
                      </a:pPr>
                      <a:r>
                        <a:rPr lang="en-US" sz="1200" dirty="0">
                          <a:solidFill>
                            <a:srgbClr val="3E4A57"/>
                          </a:solidFill>
                          <a:latin typeface="IBM Plex Sans KR" pitchFamily="34" charset="0"/>
                          <a:ea typeface="IBM Plex Sans KR" pitchFamily="34" charset="-122"/>
                          <a:cs typeface="IBM Plex Sans KR" pitchFamily="34" charset="-120"/>
                        </a:rPr>
                        <a:t>3/4</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algn="ctr" indent="0" marL="0">
                        <a:lnSpc>
                          <a:spcPts val="1680"/>
                        </a:lnSpc>
                        <a:buNone/>
                      </a:pPr>
                      <a:r>
                        <a:rPr lang="en-US" sz="1200" dirty="0">
                          <a:solidFill>
                            <a:srgbClr val="3E4A57"/>
                          </a:solidFill>
                          <a:latin typeface="IBM Plex Sans KR" pitchFamily="34" charset="0"/>
                          <a:ea typeface="IBM Plex Sans KR" pitchFamily="34" charset="-122"/>
                          <a:cs typeface="IBM Plex Sans KR" pitchFamily="34" charset="-120"/>
                        </a:rPr>
                        <a:t>9.2만</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32680">
                <a:tc>
                  <a:txBody>
                    <a:bodyPr/>
                    <a:lstStyle/>
                    <a:p>
                      <a:pPr indent="0" marL="0">
                        <a:lnSpc>
                          <a:spcPts val="1680"/>
                        </a:lnSpc>
                        <a:buNone/>
                      </a:pPr>
                      <a:r>
                        <a:rPr lang="en-US" sz="1200" dirty="0">
                          <a:solidFill>
                            <a:srgbClr val="3E4A57"/>
                          </a:solidFill>
                          <a:latin typeface="IBM Plex Sans KR" pitchFamily="34" charset="0"/>
                          <a:ea typeface="IBM Plex Sans KR" pitchFamily="34" charset="-122"/>
                          <a:cs typeface="IBM Plex Sans KR" pitchFamily="34" charset="-120"/>
                        </a:rPr>
                        <a:t>C 있음</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BCBC8"/>
                      </a:solidFill>
                      <a:prstDash val="solid"/>
                      <a:round/>
                      <a:headEnd type="none" w="med" len="med"/>
                      <a:tailEnd type="none" w="med" len="med"/>
                    </a:lnB>
                    <a:solidFill>
                      <a:srgbClr val="FFFEFB"/>
                    </a:solidFill>
                  </a:tcPr>
                </a:tc>
                <a:tc>
                  <a:txBody>
                    <a:bodyPr/>
                    <a:lstStyle/>
                    <a:p>
                      <a:pPr algn="ctr" indent="0" marL="0">
                        <a:lnSpc>
                          <a:spcPts val="1680"/>
                        </a:lnSpc>
                        <a:buNone/>
                      </a:pPr>
                      <a:r>
                        <a:rPr lang="en-US" sz="1200" dirty="0">
                          <a:solidFill>
                            <a:srgbClr val="2F6E9A"/>
                          </a:solidFill>
                          <a:latin typeface="IBM Plex Sans KR" pitchFamily="34" charset="0"/>
                          <a:ea typeface="IBM Plex Sans KR" pitchFamily="34" charset="-122"/>
                          <a:cs typeface="IBM Plex Sans KR" pitchFamily="34" charset="-120"/>
                        </a:rPr>
                        <a:t>0</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BCBC8"/>
                      </a:solidFill>
                      <a:prstDash val="solid"/>
                      <a:round/>
                      <a:headEnd type="none" w="med" len="med"/>
                      <a:tailEnd type="none" w="med" len="med"/>
                    </a:lnB>
                    <a:solidFill>
                      <a:srgbClr val="FFFEFB"/>
                    </a:solidFill>
                  </a:tcPr>
                </a:tc>
                <a:tc>
                  <a:txBody>
                    <a:bodyPr/>
                    <a:lstStyle/>
                    <a:p>
                      <a:pPr algn="ctr" indent="0" marL="0">
                        <a:lnSpc>
                          <a:spcPts val="1680"/>
                        </a:lnSpc>
                        <a:buNone/>
                      </a:pPr>
                      <a:r>
                        <a:rPr lang="en-US" sz="1200" dirty="0">
                          <a:solidFill>
                            <a:srgbClr val="2F6E9A"/>
                          </a:solidFill>
                          <a:latin typeface="IBM Plex Sans KR" pitchFamily="34" charset="0"/>
                          <a:ea typeface="IBM Plex Sans KR" pitchFamily="34" charset="-122"/>
                          <a:cs typeface="IBM Plex Sans KR" pitchFamily="34" charset="-120"/>
                        </a:rPr>
                        <a:t>137초</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BCBC8"/>
                      </a:solidFill>
                      <a:prstDash val="solid"/>
                      <a:round/>
                      <a:headEnd type="none" w="med" len="med"/>
                      <a:tailEnd type="none" w="med" len="med"/>
                    </a:lnB>
                    <a:solidFill>
                      <a:srgbClr val="FFFEFB"/>
                    </a:solidFill>
                  </a:tcPr>
                </a:tc>
                <a:tc>
                  <a:txBody>
                    <a:bodyPr/>
                    <a:lstStyle/>
                    <a:p>
                      <a:pPr algn="ctr" indent="0" marL="0">
                        <a:lnSpc>
                          <a:spcPts val="1680"/>
                        </a:lnSpc>
                        <a:buNone/>
                      </a:pPr>
                      <a:r>
                        <a:rPr lang="en-US" sz="1200" dirty="0">
                          <a:solidFill>
                            <a:srgbClr val="2F6E9A"/>
                          </a:solidFill>
                          <a:latin typeface="IBM Plex Sans KR" pitchFamily="34" charset="0"/>
                          <a:ea typeface="IBM Plex Sans KR" pitchFamily="34" charset="-122"/>
                          <a:cs typeface="IBM Plex Sans KR" pitchFamily="34" charset="-120"/>
                        </a:rPr>
                        <a:t>12/12</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BCBC8"/>
                      </a:solidFill>
                      <a:prstDash val="solid"/>
                      <a:round/>
                      <a:headEnd type="none" w="med" len="med"/>
                      <a:tailEnd type="none" w="med" len="med"/>
                    </a:lnB>
                    <a:solidFill>
                      <a:srgbClr val="FFFEFB"/>
                    </a:solidFill>
                  </a:tcPr>
                </a:tc>
                <a:tc>
                  <a:txBody>
                    <a:bodyPr/>
                    <a:lstStyle/>
                    <a:p>
                      <a:pPr algn="ctr" indent="0" marL="0">
                        <a:lnSpc>
                          <a:spcPts val="1680"/>
                        </a:lnSpc>
                        <a:buNone/>
                      </a:pPr>
                      <a:r>
                        <a:rPr lang="en-US" sz="1200" dirty="0">
                          <a:solidFill>
                            <a:srgbClr val="2F6E9A"/>
                          </a:solidFill>
                          <a:latin typeface="IBM Plex Sans KR" pitchFamily="34" charset="0"/>
                          <a:ea typeface="IBM Plex Sans KR" pitchFamily="34" charset="-122"/>
                          <a:cs typeface="IBM Plex Sans KR" pitchFamily="34" charset="-120"/>
                        </a:rPr>
                        <a:t>6.0만</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BCBC8"/>
                      </a:solidFill>
                      <a:prstDash val="solid"/>
                      <a:round/>
                      <a:headEnd type="none" w="med" len="med"/>
                      <a:tailEnd type="none" w="med" len="med"/>
                    </a:lnB>
                    <a:solidFill>
                      <a:srgbClr val="FFFEFB"/>
                    </a:solidFill>
                  </a:tcPr>
                </a:tc>
              </a:tr>
            </a:tbl>
          </a:graphicData>
        </a:graphic>
      </p:graphicFrame>
      <p:sp>
        <p:nvSpPr>
          <p:cNvPr id="5" name="Shape 2"/>
          <p:cNvSpPr/>
          <p:nvPr/>
        </p:nvSpPr>
        <p:spPr>
          <a:xfrm>
            <a:off x="812800" y="3789263"/>
            <a:ext cx="6756400" cy="972741"/>
          </a:xfrm>
          <a:prstGeom prst="roundRect">
            <a:avLst>
              <a:gd name="adj" fmla="val 10445"/>
            </a:avLst>
          </a:prstGeom>
          <a:solidFill>
            <a:srgbClr val="1C2430"/>
          </a:solidFill>
          <a:ln/>
        </p:spPr>
      </p:sp>
      <p:sp>
        <p:nvSpPr>
          <p:cNvPr id="6" name="Text 3"/>
          <p:cNvSpPr/>
          <p:nvPr/>
        </p:nvSpPr>
        <p:spPr>
          <a:xfrm>
            <a:off x="990600" y="3928963"/>
            <a:ext cx="659282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9A54A"/>
                </a:solidFill>
                <a:latin typeface="IBM Plex Sans KR" pitchFamily="34" charset="0"/>
                <a:ea typeface="IBM Plex Sans KR" pitchFamily="34" charset="-122"/>
                <a:cs typeface="IBM Plex Sans KR" pitchFamily="34" charset="-120"/>
              </a:rPr>
              <a:t>한 번 드는 비용</a:t>
            </a:r>
            <a:endParaRPr lang="en-US" sz="1200" dirty="0"/>
          </a:p>
        </p:txBody>
      </p:sp>
      <p:sp>
        <p:nvSpPr>
          <p:cNvPr id="7" name="Text 4"/>
          <p:cNvSpPr/>
          <p:nvPr/>
        </p:nvSpPr>
        <p:spPr>
          <a:xfrm>
            <a:off x="990600" y="4180384"/>
            <a:ext cx="6592824"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F2EFE8"/>
                </a:solidFill>
                <a:latin typeface="IBM Plex Sans KR" pitchFamily="34" charset="0"/>
                <a:ea typeface="IBM Plex Sans KR" pitchFamily="34" charset="-122"/>
                <a:cs typeface="IBM Plex Sans KR" pitchFamily="34" charset="-120"/>
              </a:rPr>
              <a:t>조립체별 SKILL.md 작성 = 모델 호출 1회(약 1.6만 토큰), 물리 시도 0회. 재료인 1차 기록은 원래 하던 분해에서 나옵니다</a:t>
            </a:r>
            <a:endParaRPr lang="en-US" sz="1200" dirty="0"/>
          </a:p>
        </p:txBody>
      </p:sp>
      <p:sp>
        <p:nvSpPr>
          <p:cNvPr id="8" name="Text 5"/>
          <p:cNvSpPr/>
          <p:nvPr/>
        </p:nvSpPr>
        <p:spPr>
          <a:xfrm>
            <a:off x="812800" y="4889004"/>
            <a:ext cx="6959092" cy="467320"/>
          </a:xfrm>
          <a:prstGeom prst="rect">
            <a:avLst/>
          </a:prstGeom>
          <a:noFill/>
          <a:ln/>
        </p:spPr>
        <p:txBody>
          <a:bodyPr wrap="square" lIns="0" tIns="0" rIns="0" bIns="0" rtlCol="0" anchor="t">
            <a:normAutofit/>
          </a:bodyPr>
          <a:lstStyle/>
          <a:p>
            <a:pPr algn="l" indent="0" marL="0">
              <a:lnSpc>
                <a:spcPts val="1740"/>
              </a:lnSpc>
              <a:buNone/>
            </a:pPr>
            <a:r>
              <a:rPr lang="en-US" sz="1200" b="1" dirty="0">
                <a:solidFill>
                  <a:srgbClr val="3E4A57"/>
                </a:solidFill>
                <a:latin typeface="IBM Plex Sans KR" pitchFamily="34" charset="0"/>
                <a:ea typeface="IBM Plex Sans KR" pitchFamily="34" charset="-122"/>
                <a:cs typeface="IBM Plex Sans KR" pitchFamily="34" charset="-120"/>
              </a:rPr>
              <a:t>본전 시점</a:t>
            </a:r>
            <a:r>
              <a:rPr lang="en-US" sz="1200" dirty="0">
                <a:solidFill>
                  <a:srgbClr val="3E4A57"/>
                </a:solidFill>
                <a:latin typeface="IBM Plex Sans KR" pitchFamily="34" charset="0"/>
                <a:ea typeface="IBM Plex Sans KR" pitchFamily="34" charset="-122"/>
                <a:cs typeface="IBM Plex Sans KR" pitchFamily="34" charset="-120"/>
              </a:rPr>
              <a:t> 실패 시도와 시간은 첫 재방문부터 줄어듭니다. 토큰은 C가 회당 약 3.1만 줄어 첫 재방문에 회수, B는 거의 같습니다.</a:t>
            </a:r>
            <a:endParaRPr lang="en-US" sz="1200" dirty="0"/>
          </a:p>
        </p:txBody>
      </p:sp>
      <p:sp>
        <p:nvSpPr>
          <p:cNvPr id="9" name="Shape 6"/>
          <p:cNvSpPr/>
          <p:nvPr/>
        </p:nvSpPr>
        <p:spPr>
          <a:xfrm>
            <a:off x="7826375" y="1776016"/>
            <a:ext cx="3549650" cy="976511"/>
          </a:xfrm>
          <a:prstGeom prst="roundRect">
            <a:avLst>
              <a:gd name="adj" fmla="val 10079"/>
            </a:avLst>
          </a:prstGeom>
          <a:solidFill>
            <a:srgbClr val="FFFEFB"/>
          </a:solidFill>
          <a:ln w="6350">
            <a:solidFill>
              <a:srgbClr val="DCD8CF"/>
            </a:solidFill>
            <a:prstDash val="solid"/>
          </a:ln>
        </p:spPr>
      </p:sp>
      <p:sp>
        <p:nvSpPr>
          <p:cNvPr id="10" name="Text 7"/>
          <p:cNvSpPr/>
          <p:nvPr/>
        </p:nvSpPr>
        <p:spPr>
          <a:xfrm>
            <a:off x="8007350" y="1918891"/>
            <a:ext cx="3283331"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C2430"/>
                </a:solidFill>
                <a:latin typeface="IBM Plex Sans KR" pitchFamily="34" charset="0"/>
                <a:ea typeface="IBM Plex Sans KR" pitchFamily="34" charset="-122"/>
                <a:cs typeface="IBM Plex Sans KR" pitchFamily="34" charset="-120"/>
              </a:rPr>
              <a:t>재제조·정비 라인</a:t>
            </a:r>
            <a:endParaRPr lang="en-US" sz="1400" dirty="0"/>
          </a:p>
        </p:txBody>
      </p:sp>
      <p:sp>
        <p:nvSpPr>
          <p:cNvPr id="11" name="Text 8"/>
          <p:cNvSpPr/>
          <p:nvPr/>
        </p:nvSpPr>
        <p:spPr>
          <a:xfrm>
            <a:off x="8007350" y="2183011"/>
            <a:ext cx="3283331"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0"/>
                </a:solidFill>
                <a:latin typeface="IBM Plex Sans KR" pitchFamily="34" charset="0"/>
                <a:ea typeface="IBM Plex Sans KR" pitchFamily="34" charset="-122"/>
                <a:cs typeface="IBM Plex Sans KR" pitchFamily="34" charset="-120"/>
              </a:rPr>
              <a:t>반복 입고되는 제품마다 조립체별 SKILL.md를 쌓아, 두 번째부터 실패 없는 분해 순서를 제시</a:t>
            </a:r>
            <a:endParaRPr lang="en-US" sz="1200" dirty="0"/>
          </a:p>
        </p:txBody>
      </p:sp>
      <p:sp>
        <p:nvSpPr>
          <p:cNvPr id="12" name="Shape 9"/>
          <p:cNvSpPr/>
          <p:nvPr/>
        </p:nvSpPr>
        <p:spPr>
          <a:xfrm>
            <a:off x="7826375" y="2885877"/>
            <a:ext cx="3549650" cy="976511"/>
          </a:xfrm>
          <a:prstGeom prst="roundRect">
            <a:avLst>
              <a:gd name="adj" fmla="val 10079"/>
            </a:avLst>
          </a:prstGeom>
          <a:solidFill>
            <a:srgbClr val="FFFEFB"/>
          </a:solidFill>
          <a:ln w="6350">
            <a:solidFill>
              <a:srgbClr val="DCD8CF"/>
            </a:solidFill>
            <a:prstDash val="solid"/>
          </a:ln>
        </p:spPr>
      </p:sp>
      <p:sp>
        <p:nvSpPr>
          <p:cNvPr id="13" name="Text 10"/>
          <p:cNvSpPr/>
          <p:nvPr/>
        </p:nvSpPr>
        <p:spPr>
          <a:xfrm>
            <a:off x="8007350" y="3028752"/>
            <a:ext cx="3283331"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C2430"/>
                </a:solidFill>
                <a:latin typeface="IBM Plex Sans KR" pitchFamily="34" charset="0"/>
                <a:ea typeface="IBM Plex Sans KR" pitchFamily="34" charset="-122"/>
                <a:cs typeface="IBM Plex Sans KR" pitchFamily="34" charset="-120"/>
              </a:rPr>
              <a:t>검수 가능한 작업 지식</a:t>
            </a:r>
            <a:endParaRPr lang="en-US" sz="1400" dirty="0"/>
          </a:p>
        </p:txBody>
      </p:sp>
      <p:sp>
        <p:nvSpPr>
          <p:cNvPr id="14" name="Text 11"/>
          <p:cNvSpPr/>
          <p:nvPr/>
        </p:nvSpPr>
        <p:spPr>
          <a:xfrm>
            <a:off x="8007350" y="3292872"/>
            <a:ext cx="3283331"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0"/>
                </a:solidFill>
                <a:latin typeface="IBM Plex Sans KR" pitchFamily="34" charset="0"/>
                <a:ea typeface="IBM Plex Sans KR" pitchFamily="34" charset="-122"/>
                <a:cs typeface="IBM Plex Sans KR" pitchFamily="34" charset="-120"/>
              </a:rPr>
              <a:t>사람이 읽고 고치고 승인할 수 있는 파일이라 작업 표준서·안전 규칙과 함께 관리</a:t>
            </a:r>
            <a:endParaRPr lang="en-US" sz="1200" dirty="0"/>
          </a:p>
        </p:txBody>
      </p:sp>
      <p:sp>
        <p:nvSpPr>
          <p:cNvPr id="15" name="Text 12"/>
          <p:cNvSpPr/>
          <p:nvPr/>
        </p:nvSpPr>
        <p:spPr>
          <a:xfrm>
            <a:off x="7823200" y="3992563"/>
            <a:ext cx="3556000" cy="916880"/>
          </a:xfrm>
          <a:prstGeom prst="roundRect">
            <a:avLst>
              <a:gd name="adj" fmla="val 11081"/>
            </a:avLst>
          </a:prstGeom>
          <a:solidFill>
            <a:srgbClr val="F3E2CC"/>
          </a:solidFill>
          <a:ln/>
        </p:spPr>
        <p:txBody>
          <a:bodyPr wrap="square" lIns="135342" tIns="97242" rIns="38568" bIns="71842" rtlCol="0" anchor="t">
            <a:normAutofit/>
          </a:bodyPr>
          <a:lstStyle/>
          <a:p>
            <a:pPr algn="l" indent="0" marL="0">
              <a:lnSpc>
                <a:spcPts val="1740"/>
              </a:lnSpc>
              <a:buNone/>
            </a:pPr>
            <a:r>
              <a:rPr lang="en-US" sz="1200" dirty="0">
                <a:solidFill>
                  <a:srgbClr val="3E4A57"/>
                </a:solidFill>
                <a:latin typeface="IBM Plex Sans KR" pitchFamily="34" charset="0"/>
                <a:ea typeface="IBM Plex Sans KR" pitchFamily="34" charset="-122"/>
                <a:cs typeface="IBM Plex Sans KR" pitchFamily="34" charset="-120"/>
              </a:rPr>
              <a:t>현장 적용은 실험으로 검증하지 않은 제안입니다. 모델 단가를 확인하지 못해 금액으로는 환산하지 않았습니다.</a:t>
            </a:r>
            <a:endParaRPr lang="en-US" sz="1200" dirty="0"/>
          </a:p>
        </p:txBody>
      </p:sp>
      <p:sp>
        <p:nvSpPr>
          <p:cNvPr id="16" name="Text 1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480"/>
                </a:solidFill>
                <a:latin typeface="IBM Plex Sans KR" pitchFamily="34" charset="0"/>
                <a:ea typeface="IBM Plex Sans KR" pitchFamily="34" charset="-122"/>
                <a:cs typeface="IBM Plex Sans KR" pitchFamily="34" charset="-120"/>
              </a:rPr>
              <a:t>SKILL.md 기반 Disassembly Planner · 13 · 평가 CAD 4개 평균, 900초 시간 초과 포함(없음: B·C 각 1회) · 있음 = S3·S5 분기 합산</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5A12"/>
                </a:solidFill>
                <a:latin typeface="IBM Plex Sans KR" pitchFamily="34" charset="0"/>
                <a:ea typeface="IBM Plex Sans KR" pitchFamily="34" charset="-122"/>
                <a:cs typeface="IBM Plex Sans KR" pitchFamily="34" charset="-120"/>
              </a:rPr>
              <a:t>13 · 한계</a:t>
            </a:r>
            <a:endParaRPr lang="en-US" sz="1200" dirty="0"/>
          </a:p>
        </p:txBody>
      </p:sp>
      <p:sp>
        <p:nvSpPr>
          <p:cNvPr id="3" name="Text 1"/>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C2430"/>
                </a:solidFill>
                <a:latin typeface="IBM Plex Sans KR" pitchFamily="34" charset="0"/>
                <a:ea typeface="IBM Plex Sans KR" pitchFamily="34" charset="-122"/>
                <a:cs typeface="IBM Plex Sans KR" pitchFamily="34" charset="-120"/>
              </a:rPr>
              <a:t>프로젝트를 진행하며 느낀 한계</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36341"/>
          <a:ext cx="10553700" cy="3465016"/>
        </p:xfrm>
        <a:graphic>
          <a:graphicData uri="http://schemas.openxmlformats.org/drawingml/2006/table">
            <a:tbl>
              <a:tblPr/>
              <a:tblGrid>
                <a:gridCol w="2743962"/>
                <a:gridCol w="7809738"/>
              </a:tblGrid>
              <a:tr h="359321">
                <a:tc>
                  <a:txBody>
                    <a:bodyPr/>
                    <a:lstStyle/>
                    <a:p>
                      <a:pPr indent="0" marL="0">
                        <a:lnSpc>
                          <a:spcPts val="1820"/>
                        </a:lnSpc>
                        <a:buNone/>
                      </a:pPr>
                      <a:r>
                        <a:rPr lang="en-US" sz="1300" b="1" dirty="0">
                          <a:solidFill>
                            <a:srgbClr val="F2EFE8"/>
                          </a:solidFill>
                          <a:latin typeface="IBM Plex Sans KR" pitchFamily="34" charset="0"/>
                          <a:ea typeface="IBM Plex Sans KR" pitchFamily="34" charset="-122"/>
                          <a:cs typeface="IBM Plex Sans KR" pitchFamily="34" charset="-120"/>
                        </a:rPr>
                        <a:t>한계</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1A202A"/>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1A202A"/>
                      </a:solidFill>
                      <a:prstDash val="solid"/>
                      <a:round/>
                      <a:headEnd type="none" w="med" len="med"/>
                      <a:tailEnd type="none" w="med" len="med"/>
                    </a:lnB>
                    <a:solidFill>
                      <a:srgbClr val="1C2430"/>
                    </a:solidFill>
                  </a:tcPr>
                </a:tc>
                <a:tc>
                  <a:txBody>
                    <a:bodyPr/>
                    <a:lstStyle/>
                    <a:p>
                      <a:pPr indent="0" marL="0">
                        <a:lnSpc>
                          <a:spcPts val="1820"/>
                        </a:lnSpc>
                        <a:buNone/>
                      </a:pPr>
                      <a:r>
                        <a:rPr lang="en-US" sz="1300" b="1" dirty="0">
                          <a:solidFill>
                            <a:srgbClr val="F2EFE8"/>
                          </a:solidFill>
                          <a:latin typeface="IBM Plex Sans KR" pitchFamily="34" charset="0"/>
                          <a:ea typeface="IBM Plex Sans KR" pitchFamily="34" charset="-122"/>
                          <a:cs typeface="IBM Plex Sans KR" pitchFamily="34" charset="-120"/>
                        </a:rPr>
                        <a:t>내용</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1A202A"/>
                      </a:solidFill>
                      <a:prstDash val="solid"/>
                      <a:round/>
                      <a:headEnd type="none" w="med" len="med"/>
                      <a:tailEnd type="none" w="med" len="med"/>
                    </a:lnL>
                    <a:lnR w="12700" cap="flat" cmpd="sng" algn="ctr">
                      <a:solidFill>
                        <a:srgbClr val="1A202A"/>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1A202A"/>
                      </a:solidFill>
                      <a:prstDash val="solid"/>
                      <a:round/>
                      <a:headEnd type="none" w="med" len="med"/>
                      <a:tailEnd type="none" w="med" len="med"/>
                    </a:lnB>
                    <a:solidFill>
                      <a:srgbClr val="1C2430"/>
                    </a:solidFill>
                  </a:tcPr>
                </a:tc>
              </a:tr>
              <a:tr h="359321">
                <a:tc>
                  <a:txBody>
                    <a:bodyPr/>
                    <a:lstStyle/>
                    <a:p>
                      <a:pPr indent="0" marL="0">
                        <a:lnSpc>
                          <a:spcPts val="1820"/>
                        </a:lnSpc>
                        <a:buNone/>
                      </a:pPr>
                      <a:r>
                        <a:rPr lang="en-US" sz="1300" dirty="0">
                          <a:solidFill>
                            <a:srgbClr val="3E4A57"/>
                          </a:solidFill>
                          <a:latin typeface="IBM Plex Sans KR" pitchFamily="34" charset="0"/>
                          <a:ea typeface="IBM Plex Sans KR" pitchFamily="34" charset="-122"/>
                          <a:cs typeface="IBM Plex Sans KR" pitchFamily="34" charset="-120"/>
                        </a:rPr>
                        <a:t>물리 단순화</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1A202A"/>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820"/>
                        </a:lnSpc>
                        <a:buNone/>
                      </a:pPr>
                      <a:r>
                        <a:rPr lang="en-US" sz="1300" dirty="0">
                          <a:solidFill>
                            <a:srgbClr val="3E4A57"/>
                          </a:solidFill>
                          <a:latin typeface="IBM Plex Sans KR" pitchFamily="34" charset="0"/>
                          <a:ea typeface="IBM Plex Sans KR" pitchFamily="34" charset="-122"/>
                          <a:cs typeface="IBM Plex Sans KR" pitchFamily="34" charset="-120"/>
                        </a:rPr>
                        <a:t>6방향 직선 제거만 허용. 회전, 로봇, 그리퍼, 힘 기반 분해는 다루지 않음</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1A202A"/>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59321">
                <a:tc>
                  <a:txBody>
                    <a:bodyPr/>
                    <a:lstStyle/>
                    <a:p>
                      <a:pPr indent="0" marL="0">
                        <a:lnSpc>
                          <a:spcPts val="1820"/>
                        </a:lnSpc>
                        <a:buNone/>
                      </a:pPr>
                      <a:r>
                        <a:rPr lang="en-US" sz="1300" dirty="0">
                          <a:solidFill>
                            <a:srgbClr val="3E4A57"/>
                          </a:solidFill>
                          <a:latin typeface="IBM Plex Sans KR" pitchFamily="34" charset="0"/>
                          <a:ea typeface="IBM Plex Sans KR" pitchFamily="34" charset="-122"/>
                          <a:cs typeface="IBM Plex Sans KR" pitchFamily="34" charset="-120"/>
                        </a:rPr>
                        <a:t>평가 CAD 수급</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BCBC8"/>
                      </a:solidFill>
                      <a:prstDash val="solid"/>
                      <a:round/>
                      <a:headEnd type="none" w="med" len="med"/>
                      <a:tailEnd type="none" w="med" len="med"/>
                    </a:lnB>
                    <a:solidFill>
                      <a:srgbClr val="FFFEFB"/>
                    </a:solidFill>
                  </a:tcPr>
                </a:tc>
                <a:tc>
                  <a:txBody>
                    <a:bodyPr/>
                    <a:lstStyle/>
                    <a:p>
                      <a:pPr indent="0" marL="0">
                        <a:lnSpc>
                          <a:spcPts val="1820"/>
                        </a:lnSpc>
                        <a:buNone/>
                      </a:pPr>
                      <a:r>
                        <a:rPr lang="en-US" sz="1300" dirty="0">
                          <a:solidFill>
                            <a:srgbClr val="3E4A57"/>
                          </a:solidFill>
                          <a:latin typeface="IBM Plex Sans KR" pitchFamily="34" charset="0"/>
                          <a:ea typeface="IBM Plex Sans KR" pitchFamily="34" charset="-122"/>
                          <a:cs typeface="IBM Plex Sans KR" pitchFamily="34" charset="-120"/>
                        </a:rPr>
                        <a:t>후보 92개 중 완전 분해 가능한 것은 4개 → CAD 4개, 조건당 1~2회의 작은 표본</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BCBC8"/>
                      </a:solidFill>
                      <a:prstDash val="solid"/>
                      <a:round/>
                      <a:headEnd type="none" w="med" len="med"/>
                      <a:tailEnd type="none" w="med" len="med"/>
                    </a:lnB>
                    <a:solidFill>
                      <a:srgbClr val="FFFEFB"/>
                    </a:solidFill>
                  </a:tcPr>
                </a:tc>
              </a:tr>
              <a:tr h="359321">
                <a:tc>
                  <a:txBody>
                    <a:bodyPr/>
                    <a:lstStyle/>
                    <a:p>
                      <a:pPr indent="0" marL="0">
                        <a:lnSpc>
                          <a:spcPts val="1820"/>
                        </a:lnSpc>
                        <a:buNone/>
                      </a:pPr>
                      <a:r>
                        <a:rPr lang="en-US" sz="1300" dirty="0">
                          <a:solidFill>
                            <a:srgbClr val="3E4A57"/>
                          </a:solidFill>
                          <a:latin typeface="IBM Plex Sans KR" pitchFamily="34" charset="0"/>
                          <a:ea typeface="IBM Plex Sans KR" pitchFamily="34" charset="-122"/>
                          <a:cs typeface="IBM Plex Sans KR" pitchFamily="34" charset="-120"/>
                        </a:rPr>
                        <a:t>범용 SKILL.md</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820"/>
                        </a:lnSpc>
                        <a:buNone/>
                      </a:pPr>
                      <a:r>
                        <a:rPr lang="en-US" sz="1300" dirty="0">
                          <a:solidFill>
                            <a:srgbClr val="3E4A57"/>
                          </a:solidFill>
                          <a:latin typeface="IBM Plex Sans KR" pitchFamily="34" charset="0"/>
                          <a:ea typeface="IBM Plex Sans KR" pitchFamily="34" charset="-122"/>
                          <a:cs typeface="IBM Plex Sans KR" pitchFamily="34" charset="-120"/>
                        </a:rPr>
                        <a:t>새 범용 SKILL.md S5는 개발 검증에서 불승인. 고정 규칙의 예외를 놓침</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59321">
                <a:tc>
                  <a:txBody>
                    <a:bodyPr/>
                    <a:lstStyle/>
                    <a:p>
                      <a:pPr indent="0" marL="0">
                        <a:lnSpc>
                          <a:spcPts val="1820"/>
                        </a:lnSpc>
                        <a:buNone/>
                      </a:pPr>
                      <a:r>
                        <a:rPr lang="en-US" sz="1300" dirty="0">
                          <a:solidFill>
                            <a:srgbClr val="3E4A57"/>
                          </a:solidFill>
                          <a:latin typeface="IBM Plex Sans KR" pitchFamily="34" charset="0"/>
                          <a:ea typeface="IBM Plex Sans KR" pitchFamily="34" charset="-122"/>
                          <a:cs typeface="IBM Plex Sans KR" pitchFamily="34" charset="-120"/>
                        </a:rPr>
                        <a:t>경로 재생 대조 없음</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BCBC8"/>
                      </a:solidFill>
                      <a:prstDash val="solid"/>
                      <a:round/>
                      <a:headEnd type="none" w="med" len="med"/>
                      <a:tailEnd type="none" w="med" len="med"/>
                    </a:lnB>
                    <a:solidFill>
                      <a:srgbClr val="FFFEFB"/>
                    </a:solidFill>
                  </a:tcPr>
                </a:tc>
                <a:tc>
                  <a:txBody>
                    <a:bodyPr/>
                    <a:lstStyle/>
                    <a:p>
                      <a:pPr indent="0" marL="0">
                        <a:lnSpc>
                          <a:spcPts val="1820"/>
                        </a:lnSpc>
                        <a:buNone/>
                      </a:pPr>
                      <a:r>
                        <a:rPr lang="en-US" sz="1300" dirty="0">
                          <a:solidFill>
                            <a:srgbClr val="3E4A57"/>
                          </a:solidFill>
                          <a:latin typeface="IBM Plex Sans KR" pitchFamily="34" charset="0"/>
                          <a:ea typeface="IBM Plex Sans KR" pitchFamily="34" charset="-122"/>
                          <a:cs typeface="IBM Plex Sans KR" pitchFamily="34" charset="-120"/>
                        </a:rPr>
                        <a:t>2차 성공이 LLM 없이 기록 경로만 재생해도 나오는지 확인하지 않음</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BCBC8"/>
                      </a:solidFill>
                      <a:prstDash val="solid"/>
                      <a:round/>
                      <a:headEnd type="none" w="med" len="med"/>
                      <a:tailEnd type="none" w="med" len="med"/>
                    </a:lnB>
                    <a:solidFill>
                      <a:srgbClr val="FFFEFB"/>
                    </a:solidFill>
                  </a:tcPr>
                </a:tc>
              </a:tr>
              <a:tr h="359321">
                <a:tc>
                  <a:txBody>
                    <a:bodyPr/>
                    <a:lstStyle/>
                    <a:p>
                      <a:pPr indent="0" marL="0">
                        <a:lnSpc>
                          <a:spcPts val="1820"/>
                        </a:lnSpc>
                        <a:buNone/>
                      </a:pPr>
                      <a:r>
                        <a:rPr lang="en-US" sz="1300" dirty="0">
                          <a:solidFill>
                            <a:srgbClr val="3E4A57"/>
                          </a:solidFill>
                          <a:latin typeface="IBM Plex Sans KR" pitchFamily="34" charset="0"/>
                          <a:ea typeface="IBM Plex Sans KR" pitchFamily="34" charset="-122"/>
                          <a:cs typeface="IBM Plex Sans KR" pitchFamily="34" charset="-120"/>
                        </a:rPr>
                        <a:t>실패 기록만의 조립체별 SKILL.md</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820"/>
                        </a:lnSpc>
                        <a:buNone/>
                      </a:pPr>
                      <a:r>
                        <a:rPr lang="en-US" sz="1300" dirty="0">
                          <a:solidFill>
                            <a:srgbClr val="3E4A57"/>
                          </a:solidFill>
                          <a:latin typeface="IBM Plex Sans KR" pitchFamily="34" charset="0"/>
                          <a:ea typeface="IBM Plex Sans KR" pitchFamily="34" charset="-122"/>
                          <a:cs typeface="IBM Plex Sans KR" pitchFamily="34" charset="-120"/>
                        </a:rPr>
                        <a:t>모든 평가 CAD에 1차 성공이 있어 실패 기록만으로 만든 조립체별 SKILL.md는 시험하지 못함</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590451">
                <a:tc>
                  <a:txBody>
                    <a:bodyPr/>
                    <a:lstStyle/>
                    <a:p>
                      <a:pPr indent="0" marL="0">
                        <a:lnSpc>
                          <a:spcPts val="1820"/>
                        </a:lnSpc>
                        <a:buNone/>
                      </a:pPr>
                      <a:r>
                        <a:rPr lang="en-US" sz="1300" dirty="0">
                          <a:solidFill>
                            <a:srgbClr val="3E4A57"/>
                          </a:solidFill>
                          <a:latin typeface="IBM Plex Sans KR" pitchFamily="34" charset="0"/>
                          <a:ea typeface="IBM Plex Sans KR" pitchFamily="34" charset="-122"/>
                          <a:cs typeface="IBM Plex Sans KR" pitchFamily="34" charset="-120"/>
                        </a:rPr>
                        <a:t>모델과 시간 예산</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BCBC8"/>
                      </a:solidFill>
                      <a:prstDash val="solid"/>
                      <a:round/>
                      <a:headEnd type="none" w="med" len="med"/>
                      <a:tailEnd type="none" w="med" len="med"/>
                    </a:lnB>
                    <a:solidFill>
                      <a:srgbClr val="FFFEFB"/>
                    </a:solidFill>
                  </a:tcPr>
                </a:tc>
                <a:tc>
                  <a:txBody>
                    <a:bodyPr/>
                    <a:lstStyle/>
                    <a:p>
                      <a:pPr indent="0" marL="0">
                        <a:lnSpc>
                          <a:spcPts val="1820"/>
                        </a:lnSpc>
                        <a:buNone/>
                      </a:pPr>
                      <a:r>
                        <a:rPr lang="en-US" sz="1300" dirty="0">
                          <a:solidFill>
                            <a:srgbClr val="3E4A57"/>
                          </a:solidFill>
                          <a:latin typeface="IBM Plex Sans KR" pitchFamily="34" charset="0"/>
                          <a:ea typeface="IBM Plex Sans KR" pitchFamily="34" charset="-122"/>
                          <a:cs typeface="IBM Plex Sans KR" pitchFamily="34" charset="-120"/>
                        </a:rPr>
                        <a:t>gpt-6-luna(low) 하나만 사용, 모델 크기 비교 없음. 느린 CAD(02260, 검사 1회 중앙값 7초)에서는 900초 예산이 결과를 좌우</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BCBC8"/>
                      </a:solidFill>
                      <a:prstDash val="solid"/>
                      <a:round/>
                      <a:headEnd type="none" w="med" len="med"/>
                      <a:tailEnd type="none" w="med" len="med"/>
                    </a:lnB>
                    <a:solidFill>
                      <a:srgbClr val="FFFEFB"/>
                    </a:solidFill>
                  </a:tcPr>
                </a:tc>
              </a:tr>
              <a:tr h="359321">
                <a:tc>
                  <a:txBody>
                    <a:bodyPr/>
                    <a:lstStyle/>
                    <a:p>
                      <a:pPr indent="0" marL="0">
                        <a:lnSpc>
                          <a:spcPts val="1820"/>
                        </a:lnSpc>
                        <a:buNone/>
                      </a:pPr>
                      <a:r>
                        <a:rPr lang="en-US" sz="1300" dirty="0">
                          <a:solidFill>
                            <a:srgbClr val="3E4A57"/>
                          </a:solidFill>
                          <a:latin typeface="IBM Plex Sans KR" pitchFamily="34" charset="0"/>
                          <a:ea typeface="IBM Plex Sans KR" pitchFamily="34" charset="-122"/>
                          <a:cs typeface="IBM Plex Sans KR" pitchFamily="34" charset="-120"/>
                        </a:rPr>
                        <a:t>생성 코드의 취약성</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820"/>
                        </a:lnSpc>
                        <a:buNone/>
                      </a:pPr>
                      <a:r>
                        <a:rPr lang="en-US" sz="1300" dirty="0">
                          <a:solidFill>
                            <a:srgbClr val="3E4A57"/>
                          </a:solidFill>
                          <a:latin typeface="IBM Plex Sans KR" pitchFamily="34" charset="0"/>
                          <a:ea typeface="IBM Plex Sans KR" pitchFamily="34" charset="-122"/>
                          <a:cs typeface="IBM Plex Sans KR" pitchFamily="34" charset="-120"/>
                        </a:rPr>
                        <a:t>B는 런타임이 거부한 코드(검사 0회)나 같은 제거·복원 반복 루프로 실패</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59321">
                <a:tc>
                  <a:txBody>
                    <a:bodyPr/>
                    <a:lstStyle/>
                    <a:p>
                      <a:pPr indent="0" marL="0">
                        <a:lnSpc>
                          <a:spcPts val="1820"/>
                        </a:lnSpc>
                        <a:buNone/>
                      </a:pPr>
                      <a:r>
                        <a:rPr lang="en-US" sz="1300" dirty="0">
                          <a:solidFill>
                            <a:srgbClr val="3E4A57"/>
                          </a:solidFill>
                          <a:latin typeface="IBM Plex Sans KR" pitchFamily="34" charset="0"/>
                          <a:ea typeface="IBM Plex Sans KR" pitchFamily="34" charset="-122"/>
                          <a:cs typeface="IBM Plex Sans KR" pitchFamily="34" charset="-120"/>
                        </a:rPr>
                        <a:t>같은 조건의 변동</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BCBC8"/>
                      </a:solidFill>
                      <a:prstDash val="solid"/>
                      <a:round/>
                      <a:headEnd type="none" w="med" len="med"/>
                      <a:tailEnd type="none" w="med" len="med"/>
                    </a:lnB>
                    <a:solidFill>
                      <a:srgbClr val="FFFEFB"/>
                    </a:solidFill>
                  </a:tcPr>
                </a:tc>
                <a:tc>
                  <a:txBody>
                    <a:bodyPr/>
                    <a:lstStyle/>
                    <a:p>
                      <a:pPr indent="0" marL="0">
                        <a:lnSpc>
                          <a:spcPts val="1820"/>
                        </a:lnSpc>
                        <a:buNone/>
                      </a:pPr>
                      <a:r>
                        <a:rPr lang="en-US" sz="1300" dirty="0">
                          <a:solidFill>
                            <a:srgbClr val="3E4A57"/>
                          </a:solidFill>
                          <a:latin typeface="IBM Plex Sans KR" pitchFamily="34" charset="0"/>
                          <a:ea typeface="IBM Plex Sans KR" pitchFamily="34" charset="-122"/>
                          <a:cs typeface="IBM Plex Sans KR" pitchFamily="34" charset="-120"/>
                        </a:rPr>
                        <a:t>SKILL.md 없는 A도 같은 CAD(03937)에서 검사 9~54회로 흔들려 조건 간 차이 해석에 주의</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BCBC8"/>
                      </a:solidFill>
                      <a:prstDash val="solid"/>
                      <a:round/>
                      <a:headEnd type="none" w="med" len="med"/>
                      <a:tailEnd type="none" w="med" len="med"/>
                    </a:lnB>
                    <a:solidFill>
                      <a:srgbClr val="FFFEFB"/>
                    </a:solidFill>
                  </a:tcPr>
                </a:tc>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480"/>
                </a:solidFill>
                <a:latin typeface="IBM Plex Sans KR" pitchFamily="34" charset="0"/>
                <a:ea typeface="IBM Plex Sans KR" pitchFamily="34" charset="-122"/>
                <a:cs typeface="IBM Plex Sans KR" pitchFamily="34" charset="-120"/>
              </a:rPr>
              <a:t>SKILL.md 기반 Disassembly Planner · 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C2430"/>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E9A54A"/>
                </a:solidFill>
                <a:latin typeface="IBM Plex Sans KR" pitchFamily="34" charset="0"/>
                <a:ea typeface="IBM Plex Sans KR" pitchFamily="34" charset="-122"/>
                <a:cs typeface="IBM Plex Sans KR" pitchFamily="34" charset="-120"/>
              </a:rPr>
              <a:t>결론</a:t>
            </a:r>
            <a:endParaRPr lang="en-US" sz="1400" dirty="0"/>
          </a:p>
        </p:txBody>
      </p:sp>
      <p:sp>
        <p:nvSpPr>
          <p:cNvPr id="3" name="Text 1"/>
          <p:cNvSpPr/>
          <p:nvPr>
            <p:ph type="title"/>
          </p:nvPr>
        </p:nvSpPr>
        <p:spPr>
          <a:xfrm>
            <a:off x="812800" y="1341090"/>
            <a:ext cx="10883392" cy="1041400"/>
          </a:xfrm>
          <a:prstGeom prst="rect">
            <a:avLst/>
          </a:prstGeom>
          <a:noFill/>
          <a:ln/>
        </p:spPr>
        <p:txBody>
          <a:bodyPr wrap="square" lIns="0" tIns="0" rIns="0" bIns="0" rtlCol="0" anchor="t">
            <a:normAutofit/>
          </a:bodyPr>
          <a:lstStyle/>
          <a:p>
            <a:pPr algn="l" indent="0" marL="0">
              <a:lnSpc>
                <a:spcPts val="4000"/>
              </a:lnSpc>
              <a:buNone/>
            </a:pPr>
            <a:r>
              <a:rPr lang="en-US" sz="3200" b="1" i="0" dirty="0">
                <a:solidFill>
                  <a:srgbClr val="F2EFE8"/>
                </a:solidFill>
                <a:latin typeface="IBM Plex Sans KR" pitchFamily="34" charset="0"/>
                <a:ea typeface="IBM Plex Sans KR" pitchFamily="34" charset="-122"/>
                <a:cs typeface="IBM Plex Sans KR" pitchFamily="34" charset="-120"/>
              </a:rPr>
              <a:t>gpt-6-luna(low) 설정에서, 조립체별 SKILL.md에 기록된 순서로 같은 조립체는 최소 시도로 분해할 수 있었다</a:t>
            </a:r>
            <a:endParaRPr lang="en-US" sz="3200" dirty="0"/>
          </a:p>
        </p:txBody>
      </p:sp>
      <p:sp>
        <p:nvSpPr>
          <p:cNvPr id="4" name="Text 2"/>
          <p:cNvSpPr/>
          <p:nvPr/>
        </p:nvSpPr>
        <p:spPr>
          <a:xfrm>
            <a:off x="812800" y="2636490"/>
            <a:ext cx="10883392"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C9D2DC"/>
                </a:solidFill>
                <a:latin typeface="IBM Plex Sans KR" pitchFamily="34" charset="0"/>
                <a:ea typeface="IBM Plex Sans KR" pitchFamily="34" charset="-122"/>
                <a:cs typeface="IBM Plex Sans KR" pitchFamily="34" charset="-120"/>
              </a:rPr>
              <a:t>처음 보는 조립체로의 일반화는 아직 약합니다. 가정을 먼저 확인하는 조건부 범용 SKILL.md와 사전 검증이 다음 과제입니다.</a:t>
            </a:r>
            <a:endParaRPr lang="en-US" sz="1600" dirty="0"/>
          </a:p>
        </p:txBody>
      </p:sp>
      <p:sp>
        <p:nvSpPr>
          <p:cNvPr id="5" name="Shape 3"/>
          <p:cNvSpPr/>
          <p:nvPr/>
        </p:nvSpPr>
        <p:spPr>
          <a:xfrm>
            <a:off x="812800" y="3220690"/>
            <a:ext cx="3403600" cy="1117501"/>
          </a:xfrm>
          <a:prstGeom prst="roundRect">
            <a:avLst>
              <a:gd name="adj" fmla="val 10228"/>
            </a:avLst>
          </a:prstGeom>
          <a:solidFill>
            <a:srgbClr val="2B3644"/>
          </a:solidFill>
          <a:ln/>
        </p:spPr>
      </p:sp>
      <p:sp>
        <p:nvSpPr>
          <p:cNvPr id="6" name="Text 4"/>
          <p:cNvSpPr/>
          <p:nvPr/>
        </p:nvSpPr>
        <p:spPr>
          <a:xfrm>
            <a:off x="1016000" y="3398490"/>
            <a:ext cx="308711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9A54A"/>
                </a:solidFill>
                <a:latin typeface="IBM Plex Sans KR" pitchFamily="34" charset="0"/>
                <a:ea typeface="IBM Plex Sans KR" pitchFamily="34" charset="-122"/>
                <a:cs typeface="IBM Plex Sans KR" pitchFamily="34" charset="-120"/>
              </a:rPr>
              <a:t>다음 단계 1</a:t>
            </a:r>
            <a:endParaRPr lang="en-US" sz="1200" dirty="0"/>
          </a:p>
        </p:txBody>
      </p:sp>
      <p:sp>
        <p:nvSpPr>
          <p:cNvPr id="7" name="Text 5"/>
          <p:cNvSpPr/>
          <p:nvPr/>
        </p:nvSpPr>
        <p:spPr>
          <a:xfrm>
            <a:off x="1016000" y="3662611"/>
            <a:ext cx="3087116"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2EFE8"/>
                </a:solidFill>
                <a:latin typeface="IBM Plex Sans KR" pitchFamily="34" charset="0"/>
                <a:ea typeface="IBM Plex Sans KR" pitchFamily="34" charset="-122"/>
                <a:cs typeface="IBM Plex Sans KR" pitchFamily="34" charset="-120"/>
              </a:rPr>
              <a:t>실패 기록만으로 만든 조립체별 SKILL.md의 효과 검증</a:t>
            </a:r>
            <a:endParaRPr lang="en-US" sz="1400" dirty="0"/>
          </a:p>
        </p:txBody>
      </p:sp>
      <p:sp>
        <p:nvSpPr>
          <p:cNvPr id="8" name="Shape 6"/>
          <p:cNvSpPr/>
          <p:nvPr/>
        </p:nvSpPr>
        <p:spPr>
          <a:xfrm>
            <a:off x="4394200" y="3220690"/>
            <a:ext cx="3403600" cy="1117501"/>
          </a:xfrm>
          <a:prstGeom prst="roundRect">
            <a:avLst>
              <a:gd name="adj" fmla="val 10228"/>
            </a:avLst>
          </a:prstGeom>
          <a:solidFill>
            <a:srgbClr val="2B3644"/>
          </a:solidFill>
          <a:ln/>
        </p:spPr>
      </p:sp>
      <p:sp>
        <p:nvSpPr>
          <p:cNvPr id="9" name="Text 7"/>
          <p:cNvSpPr/>
          <p:nvPr/>
        </p:nvSpPr>
        <p:spPr>
          <a:xfrm>
            <a:off x="4597400" y="3398490"/>
            <a:ext cx="308711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9A54A"/>
                </a:solidFill>
                <a:latin typeface="IBM Plex Sans KR" pitchFamily="34" charset="0"/>
                <a:ea typeface="IBM Plex Sans KR" pitchFamily="34" charset="-122"/>
                <a:cs typeface="IBM Plex Sans KR" pitchFamily="34" charset="-120"/>
              </a:rPr>
              <a:t>다음 단계 2</a:t>
            </a:r>
            <a:endParaRPr lang="en-US" sz="1200" dirty="0"/>
          </a:p>
        </p:txBody>
      </p:sp>
      <p:sp>
        <p:nvSpPr>
          <p:cNvPr id="10" name="Text 8"/>
          <p:cNvSpPr/>
          <p:nvPr/>
        </p:nvSpPr>
        <p:spPr>
          <a:xfrm>
            <a:off x="4597400" y="3662611"/>
            <a:ext cx="3087116"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2EFE8"/>
                </a:solidFill>
                <a:latin typeface="IBM Plex Sans KR" pitchFamily="34" charset="0"/>
                <a:ea typeface="IBM Plex Sans KR" pitchFamily="34" charset="-122"/>
                <a:cs typeface="IBM Plex Sans KR" pitchFamily="34" charset="-120"/>
              </a:rPr>
              <a:t>예외 조건을 갖춘 범용 SKILL.md와 규칙 검사 강화</a:t>
            </a:r>
            <a:endParaRPr lang="en-US" sz="1400" dirty="0"/>
          </a:p>
        </p:txBody>
      </p:sp>
      <p:sp>
        <p:nvSpPr>
          <p:cNvPr id="11" name="Shape 9"/>
          <p:cNvSpPr/>
          <p:nvPr/>
        </p:nvSpPr>
        <p:spPr>
          <a:xfrm>
            <a:off x="7975600" y="3220690"/>
            <a:ext cx="3403600" cy="1117501"/>
          </a:xfrm>
          <a:prstGeom prst="roundRect">
            <a:avLst>
              <a:gd name="adj" fmla="val 10228"/>
            </a:avLst>
          </a:prstGeom>
          <a:solidFill>
            <a:srgbClr val="2B3644"/>
          </a:solidFill>
          <a:ln/>
        </p:spPr>
      </p:sp>
      <p:sp>
        <p:nvSpPr>
          <p:cNvPr id="12" name="Text 10"/>
          <p:cNvSpPr/>
          <p:nvPr/>
        </p:nvSpPr>
        <p:spPr>
          <a:xfrm>
            <a:off x="8178800" y="3398490"/>
            <a:ext cx="308711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9A54A"/>
                </a:solidFill>
                <a:latin typeface="IBM Plex Sans KR" pitchFamily="34" charset="0"/>
                <a:ea typeface="IBM Plex Sans KR" pitchFamily="34" charset="-122"/>
                <a:cs typeface="IBM Plex Sans KR" pitchFamily="34" charset="-120"/>
              </a:rPr>
              <a:t>다음 단계 3</a:t>
            </a:r>
            <a:endParaRPr lang="en-US" sz="1200" dirty="0"/>
          </a:p>
        </p:txBody>
      </p:sp>
      <p:sp>
        <p:nvSpPr>
          <p:cNvPr id="13" name="Text 11"/>
          <p:cNvSpPr/>
          <p:nvPr/>
        </p:nvSpPr>
        <p:spPr>
          <a:xfrm>
            <a:off x="8178800" y="3662611"/>
            <a:ext cx="3087116"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2EFE8"/>
                </a:solidFill>
                <a:latin typeface="IBM Plex Sans KR" pitchFamily="34" charset="0"/>
                <a:ea typeface="IBM Plex Sans KR" pitchFamily="34" charset="-122"/>
                <a:cs typeface="IBM Plex Sans KR" pitchFamily="34" charset="-120"/>
              </a:rPr>
              <a:t>더 많은 CAD와 반복, 모델 크기 비교로 통계적 검증</a:t>
            </a:r>
            <a:endParaRPr lang="en-US" sz="1400" dirty="0"/>
          </a:p>
        </p:txBody>
      </p:sp>
      <p:sp>
        <p:nvSpPr>
          <p:cNvPr id="14" name="Text 1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E9BAA"/>
                </a:solidFill>
                <a:latin typeface="IBM Plex Sans KR" pitchFamily="34" charset="0"/>
                <a:ea typeface="IBM Plex Sans KR" pitchFamily="34" charset="-122"/>
                <a:cs typeface="IBM Plex Sans KR" pitchFamily="34" charset="-120"/>
              </a:rPr>
              <a:t>감사합니다 · 질문 받겠습니다</a:t>
            </a:r>
            <a:endParaRPr lang="en-US" sz="1200" dirty="0"/>
          </a:p>
        </p:txBody>
      </p:sp>
    </p:spTree>
  </p:cSld>
  <p:clrMapOvr>
    <a:masterClrMapping/>
  </p:clrMapOvr>
</p:sld>
</file>

<file path=ppt/theme/theme1.xml><?xml version="1.0" encoding="utf-8"?>
<a:theme xmlns:a="http://schemas.openxmlformats.org/drawingml/2006/main" name="SKILL.md와 Procedural Memory를 통한 LLM 기반 Disassembly Planner">
  <a:themeElements>
    <a:clrScheme name="SKILL.md와 Procedural Memory를 통한 LLM 기반 Disassembly Planner">
      <a:dk1>
        <a:srgbClr val="1C2430"/>
      </a:dk1>
      <a:lt1>
        <a:srgbClr val="F6F5F1"/>
      </a:lt1>
      <a:dk2>
        <a:srgbClr val="535860"/>
      </a:dk2>
      <a:lt2>
        <a:srgbClr val="E0E0DE"/>
      </a:lt2>
      <a:accent1>
        <a:srgbClr val="A85A12"/>
      </a:accent1>
      <a:accent2>
        <a:srgbClr val="E9A54A"/>
      </a:accent2>
      <a:accent3>
        <a:srgbClr val="2F6E9A"/>
      </a:accent3>
      <a:accent4>
        <a:srgbClr val="F3E2CC"/>
      </a:accent4>
      <a:accent5>
        <a:srgbClr val="E0912F"/>
      </a:accent5>
      <a:accent6>
        <a:srgbClr val="4A5560"/>
      </a:accent6>
      <a:hlink>
        <a:srgbClr val="0563C1"/>
      </a:hlink>
      <a:folHlink>
        <a:srgbClr val="954F72"/>
      </a:folHlink>
    </a:clrScheme>
    <a:fontScheme name="SKILL.md와 Procedural Memory를 통한 LLM 기반 Disassembly Planner">
      <a:majorFont>
        <a:latin typeface="IBM Plex Sans K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K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SKILL.md와 Procedural Memory를 통한 LLM 기반 Disassembly Planner</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2026-10-21T08:26:32Z</dcterms:created>
  <dcterms:modified xsi:type="dcterms:W3CDTF">2026-10-21T08:26:32Z</dcterms:modified>
</cp:coreProperties>
</file>